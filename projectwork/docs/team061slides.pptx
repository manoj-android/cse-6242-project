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comments/modernComment_135_62739B6E.xml" ContentType="application/vnd.ms-powerpoint.comments+xml"/>
  <Override PartName="/ppt/comments/modernComment_147_A54A7B56.xml" ContentType="application/vnd.ms-powerpoint.comments+xml"/>
  <Override PartName="/ppt/comments/modernComment_145_FD5E28C3.xml" ContentType="application/vnd.ms-powerpoint.comments+xml"/>
  <Override PartName="/ppt/comments/modernComment_146_39B3AB59.xml" ContentType="application/vnd.ms-powerpoint.comments+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95" r:id="rId4"/>
    <p:sldMasterId id="2147483697" r:id="rId5"/>
    <p:sldMasterId id="2147483683" r:id="rId6"/>
  </p:sldMasterIdLst>
  <p:notesMasterIdLst>
    <p:notesMasterId r:id="rId33"/>
  </p:notesMasterIdLst>
  <p:handoutMasterIdLst>
    <p:handoutMasterId r:id="rId34"/>
  </p:handoutMasterIdLst>
  <p:sldIdLst>
    <p:sldId id="307" r:id="rId7"/>
    <p:sldId id="309" r:id="rId8"/>
    <p:sldId id="327" r:id="rId9"/>
    <p:sldId id="325" r:id="rId10"/>
    <p:sldId id="326" r:id="rId11"/>
    <p:sldId id="310" r:id="rId12"/>
    <p:sldId id="306" r:id="rId13"/>
    <p:sldId id="296" r:id="rId14"/>
    <p:sldId id="279" r:id="rId15"/>
    <p:sldId id="302" r:id="rId16"/>
    <p:sldId id="303" r:id="rId17"/>
    <p:sldId id="257" r:id="rId18"/>
    <p:sldId id="261" r:id="rId19"/>
    <p:sldId id="293" r:id="rId20"/>
    <p:sldId id="263" r:id="rId21"/>
    <p:sldId id="264" r:id="rId22"/>
    <p:sldId id="265" r:id="rId23"/>
    <p:sldId id="267" r:id="rId24"/>
    <p:sldId id="269" r:id="rId25"/>
    <p:sldId id="298" r:id="rId26"/>
    <p:sldId id="268" r:id="rId27"/>
    <p:sldId id="272" r:id="rId28"/>
    <p:sldId id="313" r:id="rId29"/>
    <p:sldId id="314" r:id="rId30"/>
    <p:sldId id="312" r:id="rId31"/>
    <p:sldId id="308" r:id="rId32"/>
  </p:sldIdLst>
  <p:sldSz cx="12192000" cy="6858000"/>
  <p:notesSz cx="6858000" cy="9144000"/>
  <p:embeddedFontLst>
    <p:embeddedFont>
      <p:font typeface="DIN 2014" panose="020B0604020202020204" charset="0"/>
      <p:regular r:id="rId35"/>
      <p:italic r:id="rId36"/>
    </p:embeddedFont>
    <p:embeddedFont>
      <p:font typeface="DIN 2014 Bold" panose="020B0604020202020204" charset="0"/>
      <p:bold r:id="rId37"/>
      <p:italic r:id="rId38"/>
      <p:boldItalic r:id="rId39"/>
    </p:embeddedFont>
    <p:embeddedFont>
      <p:font typeface="Open Sans" panose="020B0606030504020204" pitchFamily="34" charset="0"/>
      <p:regular r:id="rId40"/>
      <p:bold r:id="rId41"/>
      <p:italic r:id="rId42"/>
      <p:boldItalic r:id="rId43"/>
    </p:embeddedFont>
    <p:embeddedFont>
      <p:font typeface="Roboto" panose="02000000000000000000" pitchFamily="2" charset="0"/>
      <p:regular r:id="rId44"/>
      <p:bold r:id="rId45"/>
      <p:italic r:id="rId46"/>
      <p:boldItalic r:id="rId47"/>
    </p:embeddedFont>
    <p:embeddedFont>
      <p:font typeface="Roboto Slab" pitchFamily="2" charset="0"/>
      <p:regular r:id="rId48"/>
      <p:bold r:id="rId4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70BBAEF-DA25-4F33-9769-D08C236520D5}">
          <p14:sldIdLst>
            <p14:sldId id="307"/>
            <p14:sldId id="309"/>
            <p14:sldId id="327"/>
            <p14:sldId id="325"/>
            <p14:sldId id="326"/>
          </p14:sldIdLst>
        </p14:section>
        <p14:section name="Slide Templates" id="{B6F96A4B-3A21-4ABA-AC77-6E3177D71382}">
          <p14:sldIdLst>
            <p14:sldId id="310"/>
            <p14:sldId id="306"/>
            <p14:sldId id="296"/>
            <p14:sldId id="279"/>
            <p14:sldId id="302"/>
            <p14:sldId id="303"/>
            <p14:sldId id="257"/>
            <p14:sldId id="261"/>
            <p14:sldId id="293"/>
            <p14:sldId id="263"/>
            <p14:sldId id="264"/>
            <p14:sldId id="265"/>
            <p14:sldId id="267"/>
            <p14:sldId id="269"/>
            <p14:sldId id="298"/>
            <p14:sldId id="268"/>
            <p14:sldId id="272"/>
          </p14:sldIdLst>
        </p14:section>
        <p14:section name="How-To" id="{A32CCCA5-1787-40DD-BA9E-42CDDA8375C4}">
          <p14:sldIdLst>
            <p14:sldId id="313"/>
            <p14:sldId id="314"/>
            <p14:sldId id="312"/>
            <p14:sldId id="308"/>
          </p14:sldIdLst>
        </p14:section>
        <p14:section name="Additional Information" id="{F155DA95-329F-4D3F-845B-AA4D724EBF36}">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48D4F14-A9B1-88BE-4165-F175595577B4}" name="Murugappan, Shanmugam" initials="MS" userId="S::smurugappan7@gatech.edu::e8a80773-887a-4be4-9d52-00341064ff61" providerId="AD"/>
  <p188:author id="{A5AE7534-CB32-3228-FAB7-015D09A375EA}" name="Achari, Manoj M" initials="" userId="S::machari3@gatech.edu::4a0280c6-8ee5-4501-b6a5-df3f879acd5e" providerId="AD"/>
  <p188:author id="{7D1DF963-B1F6-BB8F-E5A5-CC0EF3A0639E}" name="Mangrulkar, Jay" initials="MJ" userId="S::jmangrulkar3@gatech.edu::8da9e079-dba0-4b3c-8efd-a71aa6003770" providerId="AD"/>
  <p188:author id="{28847CCD-CAA8-2AD2-4CA9-EBB928FA0B1D}" name="Jarosch, Maximilian Julius" initials="" userId="S::mjarosch3@gatech.edu::53c431c9-84df-41d7-b752-d9b877d55a09" providerId="AD"/>
  <p188:author id="{3A00BFD7-6DDF-4C7F-0B56-BCDF8A7F8342}" name="Liang, Katherine T" initials="LK" userId="S::kliang78@gatech.edu::d96a5bea-6934-4a4a-9865-7c81d0d0666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CCC6A"/>
    <a:srgbClr val="54585A"/>
    <a:srgbClr val="FFCC00"/>
    <a:srgbClr val="004376"/>
    <a:srgbClr val="F9F6E5"/>
    <a:srgbClr val="FF640F"/>
    <a:srgbClr val="B3A369"/>
    <a:srgbClr val="6D6137"/>
    <a:srgbClr val="003057"/>
    <a:srgbClr val="D6DBD4"/>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059FBB-AD66-D5B4-29DE-0CD22701C7DC}" v="664" dt="2026-10-11T00:40:01.914"/>
    <p1510:client id="{4FCC0288-DA8A-8D46-7544-61A114548731}" v="355" dt="2026-10-11T22:47:25.654"/>
    <p1510:client id="{67086ADA-C3AB-662F-0408-B31545FFC096}" v="42" dt="2026-10-11T00:10:07.467"/>
    <p1510:client id="{871246E1-4E8E-827F-A937-9A1D45ED646E}" v="1068" dt="2026-10-11T17:57:09.383"/>
    <p1510:client id="{C4763926-5895-8A48-946C-6C757C47F721}" v="31" dt="2026-10-10T17:48:28.2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font" Target="fonts/font5.fntdata"/><Relationship Id="rId21" Type="http://schemas.openxmlformats.org/officeDocument/2006/relationships/slide" Target="slides/slide15.xml"/><Relationship Id="rId34" Type="http://schemas.openxmlformats.org/officeDocument/2006/relationships/handoutMaster" Target="handoutMasters/handoutMaster1.xml"/><Relationship Id="rId42" Type="http://schemas.openxmlformats.org/officeDocument/2006/relationships/font" Target="fonts/font8.fntdata"/><Relationship Id="rId47" Type="http://schemas.openxmlformats.org/officeDocument/2006/relationships/font" Target="fonts/font13.fntdata"/><Relationship Id="rId50" Type="http://schemas.openxmlformats.org/officeDocument/2006/relationships/presProps" Target="presProps.xml"/><Relationship Id="rId55" Type="http://schemas.microsoft.com/office/2018/10/relationships/authors" Target="author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3" Type="http://schemas.openxmlformats.org/officeDocument/2006/relationships/tableStyles" Target="tableStyles.xml"/><Relationship Id="rId5" Type="http://schemas.openxmlformats.org/officeDocument/2006/relationships/slideMaster" Target="slideMasters/slideMaster2.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font" Target="fonts/font10.fntdata"/><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font" Target="fonts/font14.fntdata"/><Relationship Id="rId8" Type="http://schemas.openxmlformats.org/officeDocument/2006/relationships/slide" Target="slides/slide2.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notesMaster" Target="notesMasters/notesMaster1.xml"/><Relationship Id="rId38" Type="http://schemas.openxmlformats.org/officeDocument/2006/relationships/font" Target="fonts/font4.fntdata"/><Relationship Id="rId46" Type="http://schemas.openxmlformats.org/officeDocument/2006/relationships/font" Target="fonts/font12.fntdata"/><Relationship Id="rId20" Type="http://schemas.openxmlformats.org/officeDocument/2006/relationships/slide" Target="slides/slide14.xml"/><Relationship Id="rId41" Type="http://schemas.openxmlformats.org/officeDocument/2006/relationships/font" Target="fonts/font7.fntdata"/><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font" Target="fonts/font2.fntdata"/><Relationship Id="rId49" Type="http://schemas.openxmlformats.org/officeDocument/2006/relationships/font" Target="fonts/font15.fntdata"/></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_12F_23FED8EF.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_107_C05A9EE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_107_C05A9EE11.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_108_F62B1B9A.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_109_767BC643.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solidFill>
                  <a:srgbClr val="003057"/>
                </a:solidFill>
              </a:rPr>
              <a:t>Chart Title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rgbClr val="B3A369"/>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75F0-D74D-B626-7C2D8283109B}"/>
            </c:ext>
          </c:extLst>
        </c:ser>
        <c:ser>
          <c:idx val="1"/>
          <c:order val="1"/>
          <c:tx>
            <c:strRef>
              <c:f>Sheet1!$C$1</c:f>
              <c:strCache>
                <c:ptCount val="1"/>
                <c:pt idx="0">
                  <c:v>Series 2</c:v>
                </c:pt>
              </c:strCache>
            </c:strRef>
          </c:tx>
          <c:spPr>
            <a:solidFill>
              <a:srgbClr val="003057"/>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75F0-D74D-B626-7C2D8283109B}"/>
            </c:ext>
          </c:extLst>
        </c:ser>
        <c:ser>
          <c:idx val="2"/>
          <c:order val="2"/>
          <c:tx>
            <c:strRef>
              <c:f>Sheet1!$D$1</c:f>
              <c:strCache>
                <c:ptCount val="1"/>
                <c:pt idx="0">
                  <c:v>Series 3</c:v>
                </c:pt>
              </c:strCache>
            </c:strRef>
          </c:tx>
          <c:spPr>
            <a:solidFill>
              <a:srgbClr val="D6DBD4"/>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75F0-D74D-B626-7C2D8283109B}"/>
            </c:ext>
          </c:extLst>
        </c:ser>
        <c:dLbls>
          <c:showLegendKey val="0"/>
          <c:showVal val="0"/>
          <c:showCatName val="0"/>
          <c:showSerName val="0"/>
          <c:showPercent val="0"/>
          <c:showBubbleSize val="0"/>
        </c:dLbls>
        <c:gapWidth val="219"/>
        <c:overlap val="-27"/>
        <c:axId val="1762424928"/>
        <c:axId val="1031992992"/>
      </c:barChart>
      <c:catAx>
        <c:axId val="17624249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rgbClr val="003057"/>
                </a:solidFill>
                <a:latin typeface="+mn-lt"/>
                <a:ea typeface="+mn-ea"/>
                <a:cs typeface="+mn-cs"/>
              </a:defRPr>
            </a:pPr>
            <a:endParaRPr lang="en-US"/>
          </a:p>
        </c:txPr>
        <c:crossAx val="1031992992"/>
        <c:crosses val="autoZero"/>
        <c:auto val="1"/>
        <c:lblAlgn val="ctr"/>
        <c:lblOffset val="100"/>
        <c:noMultiLvlLbl val="0"/>
      </c:catAx>
      <c:valAx>
        <c:axId val="1031992992"/>
        <c:scaling>
          <c:orientation val="minMax"/>
        </c:scaling>
        <c:delete val="0"/>
        <c:axPos val="l"/>
        <c:majorGridlines>
          <c:spPr>
            <a:ln w="9525" cap="flat" cmpd="sng" algn="ctr">
              <a:solidFill>
                <a:srgbClr val="D6DBD4"/>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B3A369"/>
                </a:solidFill>
                <a:latin typeface="+mn-lt"/>
                <a:ea typeface="+mn-ea"/>
                <a:cs typeface="+mn-cs"/>
              </a:defRPr>
            </a:pPr>
            <a:endParaRPr lang="en-US"/>
          </a:p>
        </c:txPr>
        <c:crossAx val="1762424928"/>
        <c:crosses val="autoZero"/>
        <c:crossBetween val="between"/>
      </c:valAx>
      <c:spPr>
        <a:noFill/>
        <a:ln>
          <a:solidFill>
            <a:srgbClr val="D6DBD4"/>
          </a:solid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rgbClr val="003057"/>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Roboto" panose="02000000000000000000" pitchFamily="2" charset="0"/>
                <a:ea typeface="Roboto" panose="02000000000000000000" pitchFamily="2" charset="0"/>
                <a:cs typeface="Roboto" panose="02000000000000000000" pitchFamily="2" charset="0"/>
              </a:defRPr>
            </a:pPr>
            <a:r>
              <a:rPr lang="en-US">
                <a:solidFill>
                  <a:srgbClr val="003057"/>
                </a:solidFill>
                <a:latin typeface="Roboto" panose="02000000000000000000" pitchFamily="2" charset="0"/>
                <a:ea typeface="Roboto" panose="02000000000000000000" pitchFamily="2" charset="0"/>
                <a:cs typeface="Roboto" panose="02000000000000000000" pitchFamily="2" charset="0"/>
              </a:rPr>
              <a:t>Chart SAMPLE 1</a:t>
            </a:r>
          </a:p>
        </c:rich>
      </c:tx>
      <c:overlay val="0"/>
      <c:spPr>
        <a:noFill/>
        <a:ln>
          <a:noFill/>
        </a:ln>
        <a:effectLst/>
      </c:spPr>
      <c:txPr>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Roboto" panose="02000000000000000000" pitchFamily="2" charset="0"/>
              <a:ea typeface="Roboto" panose="02000000000000000000" pitchFamily="2" charset="0"/>
              <a:cs typeface="Roboto" panose="02000000000000000000" pitchFamily="2" charset="0"/>
            </a:defRPr>
          </a:pPr>
          <a:endParaRPr lang="en-US"/>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percentStacked"/>
        <c:varyColors val="0"/>
        <c:ser>
          <c:idx val="0"/>
          <c:order val="0"/>
          <c:tx>
            <c:strRef>
              <c:f>Sheet1!$B$1</c:f>
              <c:strCache>
                <c:ptCount val="1"/>
                <c:pt idx="0">
                  <c:v>Series 1</c:v>
                </c:pt>
              </c:strCache>
            </c:strRef>
          </c:tx>
          <c:spPr>
            <a:solidFill>
              <a:schemeClr val="accent4"/>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1064" b="1"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Sample 1</c:v>
                </c:pt>
                <c:pt idx="1">
                  <c:v>Sample 2</c:v>
                </c:pt>
                <c:pt idx="2">
                  <c:v>Sample 3</c:v>
                </c:pt>
                <c:pt idx="3">
                  <c:v>Sample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95A6-451D-AAE5-B7B32D3FAB4D}"/>
            </c:ext>
          </c:extLst>
        </c:ser>
        <c:ser>
          <c:idx val="1"/>
          <c:order val="1"/>
          <c:tx>
            <c:strRef>
              <c:f>Sheet1!$C$1</c:f>
              <c:strCache>
                <c:ptCount val="1"/>
                <c:pt idx="0">
                  <c:v>Series 2</c:v>
                </c:pt>
              </c:strCache>
            </c:strRef>
          </c:tx>
          <c:spPr>
            <a:solidFill>
              <a:schemeClr val="accent2"/>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1064" b="1"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Sample 1</c:v>
                </c:pt>
                <c:pt idx="1">
                  <c:v>Sample 2</c:v>
                </c:pt>
                <c:pt idx="2">
                  <c:v>Sample 3</c:v>
                </c:pt>
                <c:pt idx="3">
                  <c:v>Sample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95A6-451D-AAE5-B7B32D3FAB4D}"/>
            </c:ext>
          </c:extLst>
        </c:ser>
        <c:ser>
          <c:idx val="2"/>
          <c:order val="2"/>
          <c:tx>
            <c:strRef>
              <c:f>Sheet1!$D$1</c:f>
              <c:strCache>
                <c:ptCount val="1"/>
                <c:pt idx="0">
                  <c:v>Series 3</c:v>
                </c:pt>
              </c:strCache>
            </c:strRef>
          </c:tx>
          <c:spPr>
            <a:solidFill>
              <a:schemeClr val="accent1"/>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1064" b="1"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Sample 1</c:v>
                </c:pt>
                <c:pt idx="1">
                  <c:v>Sample 2</c:v>
                </c:pt>
                <c:pt idx="2">
                  <c:v>Sample 3</c:v>
                </c:pt>
                <c:pt idx="3">
                  <c:v>Sample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95A6-451D-AAE5-B7B32D3FAB4D}"/>
            </c:ext>
          </c:extLst>
        </c:ser>
        <c:dLbls>
          <c:showLegendKey val="0"/>
          <c:showVal val="1"/>
          <c:showCatName val="0"/>
          <c:showSerName val="0"/>
          <c:showPercent val="0"/>
          <c:showBubbleSize val="0"/>
        </c:dLbls>
        <c:gapWidth val="79"/>
        <c:shape val="box"/>
        <c:axId val="327122656"/>
        <c:axId val="327131392"/>
        <c:axId val="0"/>
      </c:bar3DChart>
      <c:catAx>
        <c:axId val="327122656"/>
        <c:scaling>
          <c:orientation val="minMax"/>
        </c:scaling>
        <c:delete val="0"/>
        <c:axPos val="b"/>
        <c:majorGridlines>
          <c:spPr>
            <a:ln w="9525" cap="flat" cmpd="sng" algn="ctr">
              <a:solidFill>
                <a:srgbClr val="D6DBD4"/>
              </a:solidFill>
              <a:round/>
            </a:ln>
            <a:effectLst/>
          </c:spPr>
        </c:majorGridlines>
        <c:numFmt formatCode="General" sourceLinked="1"/>
        <c:majorTickMark val="none"/>
        <c:minorTickMark val="none"/>
        <c:tickLblPos val="nextTo"/>
        <c:spPr>
          <a:noFill/>
          <a:ln w="9525" cap="flat" cmpd="sng" algn="ctr">
            <a:solidFill>
              <a:srgbClr val="D6DBD4"/>
            </a:solidFill>
            <a:round/>
          </a:ln>
          <a:effectLst/>
        </c:spPr>
        <c:txPr>
          <a:bodyPr rot="-60000000" spcFirstLastPara="1" vertOverflow="ellipsis" vert="horz" wrap="square" anchor="ctr" anchorCtr="1"/>
          <a:lstStyle/>
          <a:p>
            <a:pPr>
              <a:defRPr sz="800" b="0" i="0" u="none" strike="noStrike" kern="1200" cap="none" spc="0" normalizeH="0" baseline="0">
                <a:solidFill>
                  <a:srgbClr val="003057"/>
                </a:solidFill>
                <a:latin typeface="+mn-lt"/>
                <a:ea typeface="+mn-ea"/>
                <a:cs typeface="+mn-cs"/>
              </a:defRPr>
            </a:pPr>
            <a:endParaRPr lang="en-US"/>
          </a:p>
        </c:txPr>
        <c:crossAx val="327131392"/>
        <c:crosses val="autoZero"/>
        <c:auto val="1"/>
        <c:lblAlgn val="ctr"/>
        <c:lblOffset val="100"/>
        <c:noMultiLvlLbl val="0"/>
      </c:catAx>
      <c:valAx>
        <c:axId val="327131392"/>
        <c:scaling>
          <c:orientation val="minMax"/>
        </c:scaling>
        <c:delete val="1"/>
        <c:axPos val="l"/>
        <c:numFmt formatCode="0%" sourceLinked="1"/>
        <c:majorTickMark val="none"/>
        <c:minorTickMark val="none"/>
        <c:tickLblPos val="nextTo"/>
        <c:crossAx val="327122656"/>
        <c:crosses val="autoZero"/>
        <c:crossBetween val="between"/>
      </c:valAx>
      <c:spPr>
        <a:noFill/>
        <a:ln>
          <a:noFill/>
        </a:ln>
        <a:effectLst/>
      </c:spPr>
    </c:plotArea>
    <c:legend>
      <c:legendPos val="t"/>
      <c:legendEntry>
        <c:idx val="2"/>
        <c:txPr>
          <a:bodyPr rot="0" spcFirstLastPara="1" vertOverflow="ellipsis" vert="horz" wrap="square" anchor="ctr" anchorCtr="1"/>
          <a:lstStyle/>
          <a:p>
            <a:pPr>
              <a:defRPr sz="1197" b="0" i="0" u="none" strike="noStrike" kern="1200" baseline="0">
                <a:solidFill>
                  <a:srgbClr val="003057"/>
                </a:solidFill>
                <a:latin typeface="+mn-lt"/>
                <a:ea typeface="+mn-ea"/>
                <a:cs typeface="+mn-cs"/>
              </a:defRPr>
            </a:pPr>
            <a:endParaRPr lang="en-US"/>
          </a:p>
        </c:txPr>
      </c:legendEntry>
      <c:overlay val="0"/>
      <c:spPr>
        <a:noFill/>
        <a:ln>
          <a:noFill/>
        </a:ln>
        <a:effectLst/>
      </c:spPr>
      <c:txPr>
        <a:bodyPr rot="0" spcFirstLastPara="1" vertOverflow="ellipsis" vert="horz" wrap="square" anchor="ctr" anchorCtr="1"/>
        <a:lstStyle/>
        <a:p>
          <a:pPr>
            <a:defRPr sz="1197" b="0" i="0" u="none" strike="noStrike" kern="1200" baseline="0">
              <a:solidFill>
                <a:srgbClr val="003057"/>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Roboto" panose="02000000000000000000" pitchFamily="2" charset="0"/>
                <a:ea typeface="+mn-ea"/>
                <a:cs typeface="+mn-cs"/>
              </a:defRPr>
            </a:pPr>
            <a:r>
              <a:rPr lang="en-US" baseline="0">
                <a:solidFill>
                  <a:srgbClr val="003057"/>
                </a:solidFill>
                <a:latin typeface="Roboto" panose="02000000000000000000" pitchFamily="2" charset="0"/>
              </a:rPr>
              <a:t>Chart SAMPLE 2</a:t>
            </a:r>
          </a:p>
        </c:rich>
      </c:tx>
      <c:overlay val="0"/>
      <c:spPr>
        <a:noFill/>
        <a:ln>
          <a:noFill/>
        </a:ln>
        <a:effectLst/>
      </c:spPr>
      <c:txPr>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Roboto" panose="02000000000000000000" pitchFamily="2" charset="0"/>
              <a:ea typeface="+mn-ea"/>
              <a:cs typeface="+mn-cs"/>
            </a:defRPr>
          </a:pPr>
          <a:endParaRPr lang="en-US"/>
        </a:p>
      </c:txPr>
    </c:title>
    <c:autoTitleDeleted val="0"/>
    <c:plotArea>
      <c:layout/>
      <c:lineChart>
        <c:grouping val="standard"/>
        <c:varyColors val="0"/>
        <c:ser>
          <c:idx val="0"/>
          <c:order val="0"/>
          <c:tx>
            <c:strRef>
              <c:f>Sheet1!$B$1</c:f>
              <c:strCache>
                <c:ptCount val="1"/>
                <c:pt idx="0">
                  <c:v>Series 1</c:v>
                </c:pt>
              </c:strCache>
            </c:strRef>
          </c:tx>
          <c:spPr>
            <a:ln w="22225" cap="rnd">
              <a:solidFill>
                <a:srgbClr val="B3A369"/>
              </a:solidFill>
              <a:round/>
            </a:ln>
            <a:effectLst/>
          </c:spPr>
          <c:marker>
            <c:symbol val="diamond"/>
            <c:size val="6"/>
            <c:spPr>
              <a:solidFill>
                <a:srgbClr val="B3A369"/>
              </a:solidFill>
              <a:ln w="9525">
                <a:solidFill>
                  <a:srgbClr val="B3A369"/>
                </a:solidFill>
                <a:round/>
              </a:ln>
              <a:effectLst/>
            </c:spPr>
          </c:marker>
          <c:dLbls>
            <c:dLbl>
              <c:idx val="0"/>
              <c:layout>
                <c:manualLayout>
                  <c:x val="-2.6978415355859353E-3"/>
                  <c:y val="-5.26078987685099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FFCD-490C-83D7-B1B69FB3A04E}"/>
                </c:ext>
              </c:extLst>
            </c:dLbl>
            <c:dLbl>
              <c:idx val="1"/>
              <c:layout>
                <c:manualLayout>
                  <c:x val="-4.0467623033788661E-2"/>
                  <c:y val="-6.879494454343616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FFCD-490C-83D7-B1B69FB3A04E}"/>
                </c:ext>
              </c:extLst>
            </c:dLbl>
            <c:dLbl>
              <c:idx val="2"/>
              <c:layout>
                <c:manualLayout>
                  <c:x val="-4.3165464569374569E-2"/>
                  <c:y val="-6.8794944543436085E-2"/>
                </c:manualLayout>
              </c:layout>
              <c:tx>
                <c:rich>
                  <a:bodyPr/>
                  <a:lstStyle/>
                  <a:p>
                    <a:fld id="{4B65DA53-39B8-4D0A-9E73-855BB03E8440}" type="VALUE">
                      <a:rPr lang="en-US">
                        <a:solidFill>
                          <a:schemeClr val="tx1">
                            <a:lumMod val="95000"/>
                            <a:lumOff val="5000"/>
                          </a:schemeClr>
                        </a:solidFill>
                      </a:rPr>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FFCD-490C-83D7-B1B69FB3A04E}"/>
                </c:ext>
              </c:extLst>
            </c:dLbl>
            <c:dLbl>
              <c:idx val="3"/>
              <c:layout>
                <c:manualLayout>
                  <c:x val="-1.6187049213515561E-2"/>
                  <c:y val="6.070142165597301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FFCD-490C-83D7-B1B69FB3A04E}"/>
                </c:ext>
              </c:extLst>
            </c:dLbl>
            <c:spPr>
              <a:noFill/>
              <a:ln>
                <a:noFill/>
              </a:ln>
              <a:effectLst/>
            </c:spPr>
            <c:txPr>
              <a:bodyPr rot="0" spcFirstLastPara="1" vertOverflow="ellipsis" vert="horz" wrap="square" lIns="38100" tIns="19050" rIns="38100" bIns="19050" anchor="ctr" anchorCtr="1">
                <a:spAutoFit/>
              </a:bodyPr>
              <a:lstStyle/>
              <a:p>
                <a:pPr>
                  <a:defRPr sz="1064" b="1" i="0" u="none" strike="noStrike" kern="1200" baseline="0">
                    <a:solidFill>
                      <a:schemeClr val="tx1">
                        <a:lumMod val="95000"/>
                        <a:lumOff val="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25000"/>
                          <a:lumOff val="75000"/>
                        </a:schemeClr>
                      </a:solidFill>
                    </a:ln>
                    <a:effectLst/>
                  </c:spPr>
                </c15:leaderLines>
              </c:ext>
            </c:extLst>
          </c:dLbls>
          <c:cat>
            <c:strRef>
              <c:f>Sheet1!$A$2:$A$5</c:f>
              <c:strCache>
                <c:ptCount val="4"/>
                <c:pt idx="0">
                  <c:v>Sample 1</c:v>
                </c:pt>
                <c:pt idx="1">
                  <c:v>Sample 2</c:v>
                </c:pt>
                <c:pt idx="2">
                  <c:v>Sample 3</c:v>
                </c:pt>
                <c:pt idx="3">
                  <c:v>Sample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FFCD-490C-83D7-B1B69FB3A04E}"/>
            </c:ext>
          </c:extLst>
        </c:ser>
        <c:ser>
          <c:idx val="1"/>
          <c:order val="1"/>
          <c:tx>
            <c:strRef>
              <c:f>Sheet1!$C$1</c:f>
              <c:strCache>
                <c:ptCount val="1"/>
                <c:pt idx="0">
                  <c:v>Series 2</c:v>
                </c:pt>
              </c:strCache>
            </c:strRef>
          </c:tx>
          <c:spPr>
            <a:ln w="22225" cap="rnd">
              <a:solidFill>
                <a:srgbClr val="004376"/>
              </a:solidFill>
              <a:round/>
            </a:ln>
            <a:effectLst/>
          </c:spPr>
          <c:marker>
            <c:symbol val="square"/>
            <c:size val="6"/>
            <c:spPr>
              <a:solidFill>
                <a:srgbClr val="004376"/>
              </a:solidFill>
              <a:ln w="9525">
                <a:solidFill>
                  <a:srgbClr val="004376"/>
                </a:solidFill>
                <a:round/>
              </a:ln>
              <a:effectLst/>
            </c:spPr>
          </c:marker>
          <c:dLbls>
            <c:dLbl>
              <c:idx val="0"/>
              <c:layout>
                <c:manualLayout>
                  <c:x val="2.158273228468726E-2"/>
                  <c:y val="-7.418976942186425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04A1-4687-9B41-86744D7F29C3}"/>
                </c:ext>
              </c:extLst>
            </c:dLbl>
            <c:dLbl>
              <c:idx val="1"/>
              <c:layout>
                <c:manualLayout>
                  <c:x val="2.6978415355859106E-3"/>
                  <c:y val="-3.642085299358388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04A1-4687-9B41-86744D7F29C3}"/>
                </c:ext>
              </c:extLst>
            </c:dLbl>
            <c:dLbl>
              <c:idx val="2"/>
              <c:layout>
                <c:manualLayout>
                  <c:x val="1.0791366142343642E-2"/>
                  <c:y val="5.26078987685099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04A1-4687-9B41-86744D7F29C3}"/>
                </c:ext>
              </c:extLst>
            </c:dLbl>
            <c:dLbl>
              <c:idx val="3"/>
              <c:layout>
                <c:manualLayout>
                  <c:x val="-9.8919713575844352E-17"/>
                  <c:y val="7.284170598716754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04A1-4687-9B41-86744D7F29C3}"/>
                </c:ext>
              </c:extLst>
            </c:dLbl>
            <c:spPr>
              <a:noFill/>
              <a:ln>
                <a:noFill/>
              </a:ln>
              <a:effectLst/>
            </c:spPr>
            <c:txPr>
              <a:bodyPr rot="0" spcFirstLastPara="1" vertOverflow="ellipsis" vert="horz" wrap="square" lIns="38100" tIns="19050" rIns="38100" bIns="19050" anchor="ctr" anchorCtr="1">
                <a:spAutoFit/>
              </a:bodyPr>
              <a:lstStyle/>
              <a:p>
                <a:pPr>
                  <a:defRPr sz="1064" b="1" i="0" u="none" strike="noStrike" kern="1200" baseline="0">
                    <a:solidFill>
                      <a:srgbClr val="003057"/>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Sample 1</c:v>
                </c:pt>
                <c:pt idx="1">
                  <c:v>Sample 2</c:v>
                </c:pt>
                <c:pt idx="2">
                  <c:v>Sample 3</c:v>
                </c:pt>
                <c:pt idx="3">
                  <c:v>Sample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FFCD-490C-83D7-B1B69FB3A04E}"/>
            </c:ext>
          </c:extLst>
        </c:ser>
        <c:ser>
          <c:idx val="2"/>
          <c:order val="2"/>
          <c:tx>
            <c:strRef>
              <c:f>Sheet1!$D$1</c:f>
              <c:strCache>
                <c:ptCount val="1"/>
                <c:pt idx="0">
                  <c:v>Series 3</c:v>
                </c:pt>
              </c:strCache>
            </c:strRef>
          </c:tx>
          <c:spPr>
            <a:ln w="22225" cap="rnd">
              <a:solidFill>
                <a:srgbClr val="D6DBD4"/>
              </a:solidFill>
              <a:round/>
            </a:ln>
            <a:effectLst/>
          </c:spPr>
          <c:marker>
            <c:symbol val="triangle"/>
            <c:size val="6"/>
            <c:spPr>
              <a:solidFill>
                <a:srgbClr val="D6DBD4"/>
              </a:solidFill>
              <a:ln w="9525">
                <a:solidFill>
                  <a:srgbClr val="D6DBD4"/>
                </a:solidFill>
                <a:round/>
              </a:ln>
              <a:effectLst/>
            </c:spPr>
          </c:marker>
          <c:dLbls>
            <c:dLbl>
              <c:idx val="0"/>
              <c:layout>
                <c:manualLayout>
                  <c:x val="2.6978415355858858E-3"/>
                  <c:y val="5.665466021224148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4A1-4687-9B41-86744D7F29C3}"/>
                </c:ext>
              </c:extLst>
            </c:dLbl>
            <c:dLbl>
              <c:idx val="1"/>
              <c:layout>
                <c:manualLayout>
                  <c:x val="1.0791366142343642E-2"/>
                  <c:y val="4.451437588104688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04A1-4687-9B41-86744D7F29C3}"/>
                </c:ext>
              </c:extLst>
            </c:dLbl>
            <c:dLbl>
              <c:idx val="2"/>
              <c:layout>
                <c:manualLayout>
                  <c:x val="2.6978415355859106E-3"/>
                  <c:y val="3.642085299358380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04A1-4687-9B41-86744D7F29C3}"/>
                </c:ext>
              </c:extLst>
            </c:dLbl>
            <c:dLbl>
              <c:idx val="3"/>
              <c:layout>
                <c:manualLayout>
                  <c:x val="5.3956830711717222E-3"/>
                  <c:y val="-1.618704577492613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04A1-4687-9B41-86744D7F29C3}"/>
                </c:ext>
              </c:extLst>
            </c:dLbl>
            <c:spPr>
              <a:noFill/>
              <a:ln>
                <a:noFill/>
              </a:ln>
              <a:effectLst/>
            </c:spPr>
            <c:txPr>
              <a:bodyPr rot="0" spcFirstLastPara="1" vertOverflow="ellipsis" vert="horz" wrap="square" lIns="38100" tIns="19050" rIns="38100" bIns="19050" anchor="ctr" anchorCtr="1">
                <a:spAutoFit/>
              </a:bodyPr>
              <a:lstStyle/>
              <a:p>
                <a:pPr>
                  <a:defRPr sz="1064" b="1" i="0" u="none" strike="noStrike" kern="1200" baseline="0">
                    <a:solidFill>
                      <a:srgbClr val="003057"/>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Sample 1</c:v>
                </c:pt>
                <c:pt idx="1">
                  <c:v>Sample 2</c:v>
                </c:pt>
                <c:pt idx="2">
                  <c:v>Sample 3</c:v>
                </c:pt>
                <c:pt idx="3">
                  <c:v>Sample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FFCD-490C-83D7-B1B69FB3A04E}"/>
            </c:ext>
          </c:extLst>
        </c:ser>
        <c:dLbls>
          <c:showLegendKey val="0"/>
          <c:showVal val="1"/>
          <c:showCatName val="0"/>
          <c:showSerName val="0"/>
          <c:showPercent val="0"/>
          <c:showBubbleSize val="0"/>
        </c:dLbls>
        <c:marker val="1"/>
        <c:smooth val="0"/>
        <c:axId val="327122656"/>
        <c:axId val="327131392"/>
      </c:lineChart>
      <c:catAx>
        <c:axId val="327122656"/>
        <c:scaling>
          <c:orientation val="minMax"/>
        </c:scaling>
        <c:delete val="0"/>
        <c:axPos val="b"/>
        <c:majorGridlines>
          <c:spPr>
            <a:ln w="9525" cap="flat" cmpd="sng" algn="ctr">
              <a:solidFill>
                <a:srgbClr val="D6DBD4"/>
              </a:solidFill>
              <a:round/>
            </a:ln>
            <a:effectLst/>
          </c:spPr>
        </c:majorGridlines>
        <c:numFmt formatCode="General" sourceLinked="1"/>
        <c:majorTickMark val="none"/>
        <c:minorTickMark val="none"/>
        <c:tickLblPos val="nextTo"/>
        <c:spPr>
          <a:noFill/>
          <a:ln w="9525" cap="flat" cmpd="sng" algn="ctr">
            <a:solidFill>
              <a:srgbClr val="D6DBD4"/>
            </a:solidFill>
            <a:round/>
          </a:ln>
          <a:effectLst/>
        </c:spPr>
        <c:txPr>
          <a:bodyPr rot="-60000000" spcFirstLastPara="1" vertOverflow="ellipsis" vert="horz" wrap="square" anchor="ctr" anchorCtr="1"/>
          <a:lstStyle/>
          <a:p>
            <a:pPr>
              <a:defRPr sz="700" b="0" i="0" u="none" strike="noStrike" kern="1200" cap="none" spc="0" normalizeH="0" baseline="0">
                <a:solidFill>
                  <a:srgbClr val="003057"/>
                </a:solidFill>
                <a:latin typeface="+mn-lt"/>
                <a:ea typeface="+mn-ea"/>
                <a:cs typeface="+mn-cs"/>
              </a:defRPr>
            </a:pPr>
            <a:endParaRPr lang="en-US"/>
          </a:p>
        </c:txPr>
        <c:crossAx val="327131392"/>
        <c:crosses val="autoZero"/>
        <c:auto val="1"/>
        <c:lblAlgn val="ctr"/>
        <c:lblOffset val="100"/>
        <c:noMultiLvlLbl val="0"/>
      </c:catAx>
      <c:valAx>
        <c:axId val="327131392"/>
        <c:scaling>
          <c:orientation val="minMax"/>
        </c:scaling>
        <c:delete val="1"/>
        <c:axPos val="l"/>
        <c:numFmt formatCode="General" sourceLinked="1"/>
        <c:majorTickMark val="none"/>
        <c:minorTickMark val="none"/>
        <c:tickLblPos val="nextTo"/>
        <c:crossAx val="327122656"/>
        <c:crosses val="autoZero"/>
        <c:crossBetween val="between"/>
      </c:valAx>
      <c:spPr>
        <a:solidFill>
          <a:schemeClr val="bg1"/>
        </a:solid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rgbClr val="003057"/>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title>
      <c:tx>
        <c:rich>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Roboto" panose="02000000000000000000" pitchFamily="2" charset="0"/>
                <a:ea typeface="Roboto" panose="02000000000000000000" pitchFamily="2" charset="0"/>
                <a:cs typeface="Roboto" panose="02000000000000000000" pitchFamily="2" charset="0"/>
              </a:defRPr>
            </a:pPr>
            <a:r>
              <a:rPr lang="en-US">
                <a:solidFill>
                  <a:srgbClr val="003057"/>
                </a:solidFill>
                <a:latin typeface="Roboto" panose="02000000000000000000" pitchFamily="2" charset="0"/>
                <a:ea typeface="Roboto" panose="02000000000000000000" pitchFamily="2" charset="0"/>
                <a:cs typeface="Roboto" panose="02000000000000000000" pitchFamily="2" charset="0"/>
              </a:rPr>
              <a:t>Chart SAMPLE 1</a:t>
            </a:r>
          </a:p>
        </c:rich>
      </c:tx>
      <c:overlay val="0"/>
      <c:spPr>
        <a:noFill/>
        <a:ln>
          <a:noFill/>
        </a:ln>
        <a:effectLst/>
      </c:spPr>
      <c:txPr>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Roboto" panose="02000000000000000000" pitchFamily="2" charset="0"/>
              <a:ea typeface="Roboto" panose="02000000000000000000" pitchFamily="2" charset="0"/>
              <a:cs typeface="Roboto" panose="02000000000000000000" pitchFamily="2" charset="0"/>
            </a:defRPr>
          </a:pPr>
          <a:endParaRPr lang="en-US"/>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percentStacked"/>
        <c:varyColors val="0"/>
        <c:ser>
          <c:idx val="0"/>
          <c:order val="0"/>
          <c:tx>
            <c:strRef>
              <c:f>Sheet1!$B$1</c:f>
              <c:strCache>
                <c:ptCount val="1"/>
                <c:pt idx="0">
                  <c:v>Data Point 1</c:v>
                </c:pt>
              </c:strCache>
            </c:strRef>
          </c:tx>
          <c:spPr>
            <a:solidFill>
              <a:schemeClr val="accent6">
                <a:lumMod val="75000"/>
              </a:schemeClr>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1064" b="1"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Sheet1!$A$2:$A$7</c:f>
              <c:strCache>
                <c:ptCount val="6"/>
                <c:pt idx="0">
                  <c:v>Your Information Goes Here</c:v>
                </c:pt>
                <c:pt idx="1">
                  <c:v>Your Information Goes Here</c:v>
                </c:pt>
                <c:pt idx="2">
                  <c:v>Your Information Goes Here</c:v>
                </c:pt>
                <c:pt idx="3">
                  <c:v>Your Information Goes Here</c:v>
                </c:pt>
                <c:pt idx="4">
                  <c:v>Your Information Goes Here</c:v>
                </c:pt>
                <c:pt idx="5">
                  <c:v>Your Information Goes Here But Can Sometimes Be Long And Unreadable</c:v>
                </c:pt>
              </c:strCache>
            </c:strRef>
          </c:cat>
          <c:val>
            <c:numRef>
              <c:f>Sheet1!$B$2:$B$7</c:f>
              <c:numCache>
                <c:formatCode>General</c:formatCode>
                <c:ptCount val="6"/>
                <c:pt idx="0">
                  <c:v>4.3</c:v>
                </c:pt>
                <c:pt idx="1">
                  <c:v>2.5</c:v>
                </c:pt>
                <c:pt idx="2">
                  <c:v>3.5</c:v>
                </c:pt>
                <c:pt idx="3">
                  <c:v>4.5</c:v>
                </c:pt>
                <c:pt idx="4">
                  <c:v>2.5</c:v>
                </c:pt>
                <c:pt idx="5">
                  <c:v>3.5</c:v>
                </c:pt>
              </c:numCache>
            </c:numRef>
          </c:val>
          <c:extLst>
            <c:ext xmlns:c16="http://schemas.microsoft.com/office/drawing/2014/chart" uri="{C3380CC4-5D6E-409C-BE32-E72D297353CC}">
              <c16:uniqueId val="{00000000-95A6-451D-AAE5-B7B32D3FAB4D}"/>
            </c:ext>
          </c:extLst>
        </c:ser>
        <c:ser>
          <c:idx val="1"/>
          <c:order val="1"/>
          <c:tx>
            <c:strRef>
              <c:f>Sheet1!$C$1</c:f>
              <c:strCache>
                <c:ptCount val="1"/>
                <c:pt idx="0">
                  <c:v>Data Point 2</c:v>
                </c:pt>
              </c:strCache>
            </c:strRef>
          </c:tx>
          <c:spPr>
            <a:solidFill>
              <a:schemeClr val="accent5">
                <a:lumMod val="75000"/>
              </a:schemeClr>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1064" b="1"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Sheet1!$A$2:$A$7</c:f>
              <c:strCache>
                <c:ptCount val="6"/>
                <c:pt idx="0">
                  <c:v>Your Information Goes Here</c:v>
                </c:pt>
                <c:pt idx="1">
                  <c:v>Your Information Goes Here</c:v>
                </c:pt>
                <c:pt idx="2">
                  <c:v>Your Information Goes Here</c:v>
                </c:pt>
                <c:pt idx="3">
                  <c:v>Your Information Goes Here</c:v>
                </c:pt>
                <c:pt idx="4">
                  <c:v>Your Information Goes Here</c:v>
                </c:pt>
                <c:pt idx="5">
                  <c:v>Your Information Goes Here But Can Sometimes Be Long And Unreadable</c:v>
                </c:pt>
              </c:strCache>
            </c:strRef>
          </c:cat>
          <c:val>
            <c:numRef>
              <c:f>Sheet1!$C$2:$C$7</c:f>
              <c:numCache>
                <c:formatCode>General</c:formatCode>
                <c:ptCount val="6"/>
                <c:pt idx="0">
                  <c:v>2.4</c:v>
                </c:pt>
                <c:pt idx="1">
                  <c:v>4.4000000000000004</c:v>
                </c:pt>
                <c:pt idx="2">
                  <c:v>1.8</c:v>
                </c:pt>
                <c:pt idx="3">
                  <c:v>2.8</c:v>
                </c:pt>
                <c:pt idx="4">
                  <c:v>4.4000000000000004</c:v>
                </c:pt>
                <c:pt idx="5">
                  <c:v>1.8</c:v>
                </c:pt>
              </c:numCache>
            </c:numRef>
          </c:val>
          <c:extLst>
            <c:ext xmlns:c16="http://schemas.microsoft.com/office/drawing/2014/chart" uri="{C3380CC4-5D6E-409C-BE32-E72D297353CC}">
              <c16:uniqueId val="{00000001-95A6-451D-AAE5-B7B32D3FAB4D}"/>
            </c:ext>
          </c:extLst>
        </c:ser>
        <c:ser>
          <c:idx val="2"/>
          <c:order val="2"/>
          <c:tx>
            <c:strRef>
              <c:f>Sheet1!$D$1</c:f>
              <c:strCache>
                <c:ptCount val="1"/>
                <c:pt idx="0">
                  <c:v>Data Point 3</c:v>
                </c:pt>
              </c:strCache>
            </c:strRef>
          </c:tx>
          <c:spPr>
            <a:solidFill>
              <a:schemeClr val="accent1">
                <a:lumMod val="75000"/>
              </a:schemeClr>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1064" b="1"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Sheet1!$A$2:$A$7</c:f>
              <c:strCache>
                <c:ptCount val="6"/>
                <c:pt idx="0">
                  <c:v>Your Information Goes Here</c:v>
                </c:pt>
                <c:pt idx="1">
                  <c:v>Your Information Goes Here</c:v>
                </c:pt>
                <c:pt idx="2">
                  <c:v>Your Information Goes Here</c:v>
                </c:pt>
                <c:pt idx="3">
                  <c:v>Your Information Goes Here</c:v>
                </c:pt>
                <c:pt idx="4">
                  <c:v>Your Information Goes Here</c:v>
                </c:pt>
                <c:pt idx="5">
                  <c:v>Your Information Goes Here But Can Sometimes Be Long And Unreadable</c:v>
                </c:pt>
              </c:strCache>
            </c:strRef>
          </c:cat>
          <c:val>
            <c:numRef>
              <c:f>Sheet1!$D$2:$D$7</c:f>
              <c:numCache>
                <c:formatCode>General</c:formatCode>
                <c:ptCount val="6"/>
                <c:pt idx="0">
                  <c:v>2</c:v>
                </c:pt>
                <c:pt idx="1">
                  <c:v>2</c:v>
                </c:pt>
                <c:pt idx="2">
                  <c:v>3</c:v>
                </c:pt>
                <c:pt idx="3">
                  <c:v>5</c:v>
                </c:pt>
                <c:pt idx="4">
                  <c:v>2</c:v>
                </c:pt>
                <c:pt idx="5">
                  <c:v>3</c:v>
                </c:pt>
              </c:numCache>
            </c:numRef>
          </c:val>
          <c:extLst>
            <c:ext xmlns:c16="http://schemas.microsoft.com/office/drawing/2014/chart" uri="{C3380CC4-5D6E-409C-BE32-E72D297353CC}">
              <c16:uniqueId val="{00000002-95A6-451D-AAE5-B7B32D3FAB4D}"/>
            </c:ext>
          </c:extLst>
        </c:ser>
        <c:ser>
          <c:idx val="3"/>
          <c:order val="3"/>
          <c:tx>
            <c:strRef>
              <c:f>Sheet1!$E$1</c:f>
              <c:strCache>
                <c:ptCount val="1"/>
                <c:pt idx="0">
                  <c:v>Data Point 4</c:v>
                </c:pt>
              </c:strCache>
            </c:strRef>
          </c:tx>
          <c:spPr>
            <a:solidFill>
              <a:schemeClr val="accent2"/>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1064" b="1"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Sheet1!$A$2:$A$7</c:f>
              <c:strCache>
                <c:ptCount val="6"/>
                <c:pt idx="0">
                  <c:v>Your Information Goes Here</c:v>
                </c:pt>
                <c:pt idx="1">
                  <c:v>Your Information Goes Here</c:v>
                </c:pt>
                <c:pt idx="2">
                  <c:v>Your Information Goes Here</c:v>
                </c:pt>
                <c:pt idx="3">
                  <c:v>Your Information Goes Here</c:v>
                </c:pt>
                <c:pt idx="4">
                  <c:v>Your Information Goes Here</c:v>
                </c:pt>
                <c:pt idx="5">
                  <c:v>Your Information Goes Here But Can Sometimes Be Long And Unreadable</c:v>
                </c:pt>
              </c:strCache>
            </c:strRef>
          </c:cat>
          <c:val>
            <c:numRef>
              <c:f>Sheet1!$E$2:$E$7</c:f>
              <c:numCache>
                <c:formatCode>General</c:formatCode>
                <c:ptCount val="6"/>
                <c:pt idx="0">
                  <c:v>6</c:v>
                </c:pt>
                <c:pt idx="1">
                  <c:v>2</c:v>
                </c:pt>
                <c:pt idx="2">
                  <c:v>4</c:v>
                </c:pt>
                <c:pt idx="3">
                  <c:v>7</c:v>
                </c:pt>
                <c:pt idx="4">
                  <c:v>1</c:v>
                </c:pt>
                <c:pt idx="5">
                  <c:v>4</c:v>
                </c:pt>
              </c:numCache>
            </c:numRef>
          </c:val>
          <c:extLst>
            <c:ext xmlns:c16="http://schemas.microsoft.com/office/drawing/2014/chart" uri="{C3380CC4-5D6E-409C-BE32-E72D297353CC}">
              <c16:uniqueId val="{00000001-26A2-4994-8B97-4EBB70E2225C}"/>
            </c:ext>
          </c:extLst>
        </c:ser>
        <c:ser>
          <c:idx val="4"/>
          <c:order val="4"/>
          <c:tx>
            <c:strRef>
              <c:f>Sheet1!$F$1</c:f>
              <c:strCache>
                <c:ptCount val="1"/>
                <c:pt idx="0">
                  <c:v>Data Point 5</c:v>
                </c:pt>
              </c:strCache>
            </c:strRef>
          </c:tx>
          <c:spPr>
            <a:solidFill>
              <a:schemeClr val="accent4"/>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1064" b="1"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Sheet1!$A$2:$A$7</c:f>
              <c:strCache>
                <c:ptCount val="6"/>
                <c:pt idx="0">
                  <c:v>Your Information Goes Here</c:v>
                </c:pt>
                <c:pt idx="1">
                  <c:v>Your Information Goes Here</c:v>
                </c:pt>
                <c:pt idx="2">
                  <c:v>Your Information Goes Here</c:v>
                </c:pt>
                <c:pt idx="3">
                  <c:v>Your Information Goes Here</c:v>
                </c:pt>
                <c:pt idx="4">
                  <c:v>Your Information Goes Here</c:v>
                </c:pt>
                <c:pt idx="5">
                  <c:v>Your Information Goes Here But Can Sometimes Be Long And Unreadable</c:v>
                </c:pt>
              </c:strCache>
            </c:strRef>
          </c:cat>
          <c:val>
            <c:numRef>
              <c:f>Sheet1!$F$2:$F$7</c:f>
              <c:numCache>
                <c:formatCode>General</c:formatCode>
                <c:ptCount val="6"/>
                <c:pt idx="0">
                  <c:v>3</c:v>
                </c:pt>
                <c:pt idx="1">
                  <c:v>4</c:v>
                </c:pt>
                <c:pt idx="2">
                  <c:v>5</c:v>
                </c:pt>
                <c:pt idx="3">
                  <c:v>2</c:v>
                </c:pt>
                <c:pt idx="4">
                  <c:v>6</c:v>
                </c:pt>
                <c:pt idx="5">
                  <c:v>5</c:v>
                </c:pt>
              </c:numCache>
            </c:numRef>
          </c:val>
          <c:extLst>
            <c:ext xmlns:c16="http://schemas.microsoft.com/office/drawing/2014/chart" uri="{C3380CC4-5D6E-409C-BE32-E72D297353CC}">
              <c16:uniqueId val="{00000002-26A2-4994-8B97-4EBB70E2225C}"/>
            </c:ext>
          </c:extLst>
        </c:ser>
        <c:ser>
          <c:idx val="5"/>
          <c:order val="5"/>
          <c:tx>
            <c:strRef>
              <c:f>Sheet1!$G$1</c:f>
              <c:strCache>
                <c:ptCount val="1"/>
                <c:pt idx="0">
                  <c:v>Data Point 6</c:v>
                </c:pt>
              </c:strCache>
            </c:strRef>
          </c:tx>
          <c:spPr>
            <a:solidFill>
              <a:schemeClr val="accent1"/>
            </a:solid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1064" b="1"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Sheet1!$A$2:$A$7</c:f>
              <c:strCache>
                <c:ptCount val="6"/>
                <c:pt idx="0">
                  <c:v>Your Information Goes Here</c:v>
                </c:pt>
                <c:pt idx="1">
                  <c:v>Your Information Goes Here</c:v>
                </c:pt>
                <c:pt idx="2">
                  <c:v>Your Information Goes Here</c:v>
                </c:pt>
                <c:pt idx="3">
                  <c:v>Your Information Goes Here</c:v>
                </c:pt>
                <c:pt idx="4">
                  <c:v>Your Information Goes Here</c:v>
                </c:pt>
                <c:pt idx="5">
                  <c:v>Your Information Goes Here But Can Sometimes Be Long And Unreadable</c:v>
                </c:pt>
              </c:strCache>
            </c:strRef>
          </c:cat>
          <c:val>
            <c:numRef>
              <c:f>Sheet1!$G$2:$G$7</c:f>
              <c:numCache>
                <c:formatCode>General</c:formatCode>
                <c:ptCount val="6"/>
                <c:pt idx="0">
                  <c:v>6</c:v>
                </c:pt>
                <c:pt idx="1">
                  <c:v>2</c:v>
                </c:pt>
                <c:pt idx="2">
                  <c:v>4</c:v>
                </c:pt>
                <c:pt idx="3">
                  <c:v>7</c:v>
                </c:pt>
                <c:pt idx="4">
                  <c:v>1</c:v>
                </c:pt>
                <c:pt idx="5">
                  <c:v>4</c:v>
                </c:pt>
              </c:numCache>
            </c:numRef>
          </c:val>
          <c:extLst>
            <c:ext xmlns:c16="http://schemas.microsoft.com/office/drawing/2014/chart" uri="{C3380CC4-5D6E-409C-BE32-E72D297353CC}">
              <c16:uniqueId val="{00000003-26A2-4994-8B97-4EBB70E2225C}"/>
            </c:ext>
          </c:extLst>
        </c:ser>
        <c:dLbls>
          <c:showLegendKey val="0"/>
          <c:showVal val="1"/>
          <c:showCatName val="0"/>
          <c:showSerName val="0"/>
          <c:showPercent val="0"/>
          <c:showBubbleSize val="0"/>
        </c:dLbls>
        <c:gapWidth val="79"/>
        <c:shape val="box"/>
        <c:axId val="327122656"/>
        <c:axId val="327131392"/>
        <c:axId val="0"/>
      </c:bar3DChart>
      <c:catAx>
        <c:axId val="327122656"/>
        <c:scaling>
          <c:orientation val="minMax"/>
        </c:scaling>
        <c:delete val="0"/>
        <c:axPos val="b"/>
        <c:majorGridlines>
          <c:spPr>
            <a:ln w="9525" cap="flat" cmpd="sng" algn="ctr">
              <a:solidFill>
                <a:srgbClr val="D6DBD4"/>
              </a:solidFill>
              <a:round/>
            </a:ln>
            <a:effectLst/>
          </c:spPr>
        </c:majorGridlines>
        <c:numFmt formatCode="General" sourceLinked="1"/>
        <c:majorTickMark val="none"/>
        <c:minorTickMark val="none"/>
        <c:tickLblPos val="nextTo"/>
        <c:spPr>
          <a:noFill/>
          <a:ln w="9525" cap="flat" cmpd="sng" algn="ctr">
            <a:solidFill>
              <a:srgbClr val="D6DBD4"/>
            </a:solidFill>
            <a:round/>
          </a:ln>
          <a:effectLst/>
        </c:spPr>
        <c:txPr>
          <a:bodyPr rot="-60000000" spcFirstLastPara="1" vertOverflow="ellipsis" vert="horz" wrap="square" anchor="ctr" anchorCtr="1"/>
          <a:lstStyle/>
          <a:p>
            <a:pPr>
              <a:defRPr sz="700" b="0" i="0" u="none" strike="noStrike" kern="1200" cap="none" spc="0" normalizeH="0" baseline="0">
                <a:solidFill>
                  <a:srgbClr val="003057"/>
                </a:solidFill>
                <a:latin typeface="+mn-lt"/>
                <a:ea typeface="+mn-ea"/>
                <a:cs typeface="+mn-cs"/>
              </a:defRPr>
            </a:pPr>
            <a:endParaRPr lang="en-US"/>
          </a:p>
        </c:txPr>
        <c:crossAx val="327131392"/>
        <c:crosses val="autoZero"/>
        <c:auto val="1"/>
        <c:lblAlgn val="ctr"/>
        <c:lblOffset val="100"/>
        <c:noMultiLvlLbl val="0"/>
      </c:catAx>
      <c:valAx>
        <c:axId val="327131392"/>
        <c:scaling>
          <c:orientation val="minMax"/>
        </c:scaling>
        <c:delete val="1"/>
        <c:axPos val="l"/>
        <c:numFmt formatCode="0%" sourceLinked="1"/>
        <c:majorTickMark val="none"/>
        <c:minorTickMark val="none"/>
        <c:tickLblPos val="nextTo"/>
        <c:crossAx val="327122656"/>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rgbClr val="003057"/>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r>
              <a:rPr lang="en-US">
                <a:solidFill>
                  <a:srgbClr val="003057"/>
                </a:solidFill>
                <a:latin typeface="Roboto" panose="02000000000000000000" pitchFamily="2" charset="0"/>
                <a:ea typeface="Roboto" panose="02000000000000000000" pitchFamily="2" charset="0"/>
                <a:cs typeface="Roboto" panose="02000000000000000000" pitchFamily="2" charset="0"/>
              </a:rPr>
              <a:t>Chart SAMPLE 2</a:t>
            </a:r>
          </a:p>
        </c:rich>
      </c:tx>
      <c:overlay val="0"/>
      <c:spPr>
        <a:noFill/>
        <a:ln>
          <a:noFill/>
        </a:ln>
        <a:effectLst/>
      </c:spPr>
      <c:txPr>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Data Point 1</c:v>
                </c:pt>
              </c:strCache>
            </c:strRef>
          </c:tx>
          <c:spPr>
            <a:ln w="22225" cap="rnd">
              <a:solidFill>
                <a:schemeClr val="accent2"/>
              </a:solidFill>
              <a:round/>
            </a:ln>
            <a:effectLst/>
          </c:spPr>
          <c:marker>
            <c:symbol val="diamond"/>
            <c:size val="6"/>
            <c:spPr>
              <a:solidFill>
                <a:schemeClr val="accent2"/>
              </a:solidFill>
              <a:ln w="9525">
                <a:solidFill>
                  <a:schemeClr val="accent2"/>
                </a:solidFill>
                <a:round/>
              </a:ln>
              <a:effectLst/>
            </c:spPr>
          </c:marker>
          <c:dLbls>
            <c:dLbl>
              <c:idx val="0"/>
              <c:layout>
                <c:manualLayout>
                  <c:x val="-2.6978415355859353E-3"/>
                  <c:y val="-5.26078987685099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3D6-43BE-8AAC-2AA4900FF4A0}"/>
                </c:ext>
              </c:extLst>
            </c:dLbl>
            <c:dLbl>
              <c:idx val="1"/>
              <c:layout>
                <c:manualLayout>
                  <c:x val="-8.9836727992850446E-2"/>
                  <c:y val="-5.151574992925057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3D6-43BE-8AAC-2AA4900FF4A0}"/>
                </c:ext>
              </c:extLst>
            </c:dLbl>
            <c:dLbl>
              <c:idx val="2"/>
              <c:layout>
                <c:manualLayout>
                  <c:x val="-5.633061120457275E-2"/>
                  <c:y val="-9.5519612385984443E-3"/>
                </c:manualLayout>
              </c:layout>
              <c:tx>
                <c:rich>
                  <a:bodyPr/>
                  <a:lstStyle/>
                  <a:p>
                    <a:fld id="{4B65DA53-39B8-4D0A-9E73-855BB03E8440}" type="VALUE">
                      <a:rPr lang="en-US">
                        <a:solidFill>
                          <a:schemeClr val="tx1">
                            <a:lumMod val="95000"/>
                            <a:lumOff val="5000"/>
                          </a:schemeClr>
                        </a:solidFill>
                      </a:rPr>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C3D6-43BE-8AAC-2AA4900FF4A0}"/>
                </c:ext>
              </c:extLst>
            </c:dLbl>
            <c:dLbl>
              <c:idx val="3"/>
              <c:layout>
                <c:manualLayout>
                  <c:x val="-1.6187049213515561E-2"/>
                  <c:y val="6.070142165597301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3D6-43BE-8AAC-2AA4900FF4A0}"/>
                </c:ext>
              </c:extLst>
            </c:dLbl>
            <c:dLbl>
              <c:idx val="4"/>
              <c:layout>
                <c:manualLayout>
                  <c:x val="6.5825559416833402E-3"/>
                  <c:y val="-3.70268723741047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C-C3D6-43BE-8AAC-2AA4900FF4A0}"/>
                </c:ext>
              </c:extLst>
            </c:dLbl>
            <c:spPr>
              <a:noFill/>
              <a:ln>
                <a:noFill/>
              </a:ln>
              <a:effectLst/>
            </c:spPr>
            <c:txPr>
              <a:bodyPr rot="0" spcFirstLastPara="1" vertOverflow="ellipsis" vert="horz" wrap="square" lIns="38100" tIns="19050" rIns="38100" bIns="19050" anchor="ctr" anchorCtr="1">
                <a:spAutoFit/>
              </a:bodyPr>
              <a:lstStyle/>
              <a:p>
                <a:pPr>
                  <a:defRPr sz="1064" b="1" i="0" u="none" strike="noStrike" kern="1200" baseline="0">
                    <a:solidFill>
                      <a:schemeClr val="tx1">
                        <a:lumMod val="95000"/>
                        <a:lumOff val="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Sheet1!$A$2:$A$6</c:f>
              <c:strCache>
                <c:ptCount val="5"/>
                <c:pt idx="0">
                  <c:v>Your Information Goes Here</c:v>
                </c:pt>
                <c:pt idx="1">
                  <c:v>Your Information Goes Here</c:v>
                </c:pt>
                <c:pt idx="2">
                  <c:v>Your Information Goes Here</c:v>
                </c:pt>
                <c:pt idx="3">
                  <c:v>Your Information Goes Here</c:v>
                </c:pt>
                <c:pt idx="4">
                  <c:v>Your Information Goes Here</c:v>
                </c:pt>
              </c:strCache>
            </c:strRef>
          </c:cat>
          <c:val>
            <c:numRef>
              <c:f>Sheet1!$B$2:$B$6</c:f>
              <c:numCache>
                <c:formatCode>General</c:formatCode>
                <c:ptCount val="5"/>
                <c:pt idx="0">
                  <c:v>3</c:v>
                </c:pt>
                <c:pt idx="1">
                  <c:v>2.5</c:v>
                </c:pt>
                <c:pt idx="2">
                  <c:v>3.5</c:v>
                </c:pt>
                <c:pt idx="3">
                  <c:v>4.5</c:v>
                </c:pt>
                <c:pt idx="4">
                  <c:v>4.4000000000000004</c:v>
                </c:pt>
              </c:numCache>
            </c:numRef>
          </c:val>
          <c:smooth val="0"/>
          <c:extLst>
            <c:ext xmlns:c16="http://schemas.microsoft.com/office/drawing/2014/chart" uri="{C3380CC4-5D6E-409C-BE32-E72D297353CC}">
              <c16:uniqueId val="{00000004-C3D6-43BE-8AAC-2AA4900FF4A0}"/>
            </c:ext>
          </c:extLst>
        </c:ser>
        <c:ser>
          <c:idx val="1"/>
          <c:order val="1"/>
          <c:tx>
            <c:strRef>
              <c:f>Sheet1!$C$1</c:f>
              <c:strCache>
                <c:ptCount val="1"/>
                <c:pt idx="0">
                  <c:v>Data Point 2</c:v>
                </c:pt>
              </c:strCache>
            </c:strRef>
          </c:tx>
          <c:spPr>
            <a:ln w="22225" cap="rnd">
              <a:solidFill>
                <a:schemeClr val="accent1"/>
              </a:solidFill>
              <a:round/>
            </a:ln>
            <a:effectLst/>
          </c:spPr>
          <c:marker>
            <c:symbol val="square"/>
            <c:size val="6"/>
            <c:spPr>
              <a:solidFill>
                <a:schemeClr val="accent1"/>
              </a:solidFill>
              <a:ln w="9525">
                <a:solidFill>
                  <a:schemeClr val="accent1"/>
                </a:solidFill>
                <a:round/>
              </a:ln>
              <a:effectLst/>
            </c:spPr>
          </c:marker>
          <c:dLbls>
            <c:dLbl>
              <c:idx val="0"/>
              <c:layout>
                <c:manualLayout>
                  <c:x val="-4.6077891591782535E-2"/>
                  <c:y val="-3.70268723741047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C3D6-43BE-8AAC-2AA4900FF4A0}"/>
                </c:ext>
              </c:extLst>
            </c:dLbl>
            <c:dLbl>
              <c:idx val="1"/>
              <c:layout>
                <c:manualLayout>
                  <c:x val="3.2912779708415491E-3"/>
                  <c:y val="-4.196378869065209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C3D6-43BE-8AAC-2AA4900FF4A0}"/>
                </c:ext>
              </c:extLst>
            </c:dLbl>
            <c:dLbl>
              <c:idx val="2"/>
              <c:layout>
                <c:manualLayout>
                  <c:x val="-3.2912779708416094E-3"/>
                  <c:y val="3.702687237410456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C3D6-43BE-8AAC-2AA4900FF4A0}"/>
                </c:ext>
              </c:extLst>
            </c:dLbl>
            <c:dLbl>
              <c:idx val="3"/>
              <c:layout>
                <c:manualLayout>
                  <c:x val="0"/>
                  <c:y val="3.949533053237830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C3D6-43BE-8AAC-2AA4900FF4A0}"/>
                </c:ext>
              </c:extLst>
            </c:dLbl>
            <c:dLbl>
              <c:idx val="4"/>
              <c:layout>
                <c:manualLayout>
                  <c:x val="1.6456389854208047E-3"/>
                  <c:y val="4.690070500719929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B-C3D6-43BE-8AAC-2AA4900FF4A0}"/>
                </c:ext>
              </c:extLst>
            </c:dLbl>
            <c:spPr>
              <a:noFill/>
              <a:ln>
                <a:noFill/>
              </a:ln>
              <a:effectLst/>
            </c:spPr>
            <c:txPr>
              <a:bodyPr rot="0" spcFirstLastPara="1" vertOverflow="ellipsis" vert="horz" wrap="square" lIns="38100" tIns="19050" rIns="38100" bIns="19050" anchor="ctr" anchorCtr="1">
                <a:spAutoFit/>
              </a:bodyPr>
              <a:lstStyle/>
              <a:p>
                <a:pPr>
                  <a:defRPr sz="1064" b="1" i="0" u="none" strike="noStrike" kern="1200" baseline="0">
                    <a:solidFill>
                      <a:schemeClr val="tx1">
                        <a:lumMod val="95000"/>
                        <a:lumOff val="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Sheet1!$A$2:$A$6</c:f>
              <c:strCache>
                <c:ptCount val="5"/>
                <c:pt idx="0">
                  <c:v>Your Information Goes Here</c:v>
                </c:pt>
                <c:pt idx="1">
                  <c:v>Your Information Goes Here</c:v>
                </c:pt>
                <c:pt idx="2">
                  <c:v>Your Information Goes Here</c:v>
                </c:pt>
                <c:pt idx="3">
                  <c:v>Your Information Goes Here</c:v>
                </c:pt>
                <c:pt idx="4">
                  <c:v>Your Information Goes Here</c:v>
                </c:pt>
              </c:strCache>
            </c:strRef>
          </c:cat>
          <c:val>
            <c:numRef>
              <c:f>Sheet1!$C$2:$C$6</c:f>
              <c:numCache>
                <c:formatCode>General</c:formatCode>
                <c:ptCount val="5"/>
                <c:pt idx="0">
                  <c:v>2.4</c:v>
                </c:pt>
                <c:pt idx="1">
                  <c:v>4.4000000000000004</c:v>
                </c:pt>
                <c:pt idx="2">
                  <c:v>2</c:v>
                </c:pt>
                <c:pt idx="3">
                  <c:v>1.8</c:v>
                </c:pt>
                <c:pt idx="4">
                  <c:v>6</c:v>
                </c:pt>
              </c:numCache>
            </c:numRef>
          </c:val>
          <c:smooth val="0"/>
          <c:extLst>
            <c:ext xmlns:c16="http://schemas.microsoft.com/office/drawing/2014/chart" uri="{C3380CC4-5D6E-409C-BE32-E72D297353CC}">
              <c16:uniqueId val="{00000005-C3D6-43BE-8AAC-2AA4900FF4A0}"/>
            </c:ext>
          </c:extLst>
        </c:ser>
        <c:ser>
          <c:idx val="2"/>
          <c:order val="2"/>
          <c:tx>
            <c:strRef>
              <c:f>Sheet1!$D$1</c:f>
              <c:strCache>
                <c:ptCount val="1"/>
                <c:pt idx="0">
                  <c:v>Data Point 3</c:v>
                </c:pt>
              </c:strCache>
            </c:strRef>
          </c:tx>
          <c:spPr>
            <a:ln w="22225" cap="rnd">
              <a:solidFill>
                <a:schemeClr val="accent6"/>
              </a:solidFill>
              <a:round/>
            </a:ln>
            <a:effectLst/>
          </c:spPr>
          <c:marker>
            <c:symbol val="triangle"/>
            <c:size val="6"/>
            <c:spPr>
              <a:solidFill>
                <a:schemeClr val="accent6"/>
              </a:solidFill>
              <a:ln w="9525">
                <a:solidFill>
                  <a:schemeClr val="accent6"/>
                </a:solidFill>
                <a:round/>
              </a:ln>
              <a:effectLst/>
            </c:spPr>
          </c:marker>
          <c:dLbls>
            <c:dLbl>
              <c:idx val="0"/>
              <c:layout>
                <c:manualLayout>
                  <c:x val="0"/>
                  <c:y val="3.702687237410465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C3D6-43BE-8AAC-2AA4900FF4A0}"/>
                </c:ext>
              </c:extLst>
            </c:dLbl>
            <c:dLbl>
              <c:idx val="1"/>
              <c:layout>
                <c:manualLayout>
                  <c:x val="1.6456389854208047E-3"/>
                  <c:y val="5.924299579856750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C3D6-43BE-8AAC-2AA4900FF4A0}"/>
                </c:ext>
              </c:extLst>
            </c:dLbl>
            <c:dLbl>
              <c:idx val="2"/>
              <c:layout>
                <c:manualLayout>
                  <c:x val="1.6456389854208047E-3"/>
                  <c:y val="2.468458158273649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C3D6-43BE-8AAC-2AA4900FF4A0}"/>
                </c:ext>
              </c:extLst>
            </c:dLbl>
            <c:dLbl>
              <c:idx val="3"/>
              <c:layout>
                <c:manualLayout>
                  <c:x val="-1.9747667825049657E-2"/>
                  <c:y val="-4.443224684892569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C3D6-43BE-8AAC-2AA4900FF4A0}"/>
                </c:ext>
              </c:extLst>
            </c:dLbl>
            <c:dLbl>
              <c:idx val="4"/>
              <c:layout>
                <c:manualLayout>
                  <c:x val="1.3165111883366559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C3D6-43BE-8AAC-2AA4900FF4A0}"/>
                </c:ext>
              </c:extLst>
            </c:dLbl>
            <c:spPr>
              <a:noFill/>
              <a:ln>
                <a:noFill/>
              </a:ln>
              <a:effectLst/>
            </c:spPr>
            <c:txPr>
              <a:bodyPr rot="0" spcFirstLastPara="1" vertOverflow="ellipsis" vert="horz" wrap="square" lIns="38100" tIns="19050" rIns="38100" bIns="19050" anchor="ctr" anchorCtr="1">
                <a:spAutoFit/>
              </a:bodyPr>
              <a:lstStyle/>
              <a:p>
                <a:pPr>
                  <a:defRPr sz="1064" b="1" i="0" u="none" strike="noStrike" kern="1200" baseline="0">
                    <a:solidFill>
                      <a:schemeClr val="tx1">
                        <a:lumMod val="95000"/>
                        <a:lumOff val="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Sheet1!$A$2:$A$6</c:f>
              <c:strCache>
                <c:ptCount val="5"/>
                <c:pt idx="0">
                  <c:v>Your Information Goes Here</c:v>
                </c:pt>
                <c:pt idx="1">
                  <c:v>Your Information Goes Here</c:v>
                </c:pt>
                <c:pt idx="2">
                  <c:v>Your Information Goes Here</c:v>
                </c:pt>
                <c:pt idx="3">
                  <c:v>Your Information Goes Here</c:v>
                </c:pt>
                <c:pt idx="4">
                  <c:v>Your Information Goes Here</c:v>
                </c:pt>
              </c:strCache>
            </c:strRef>
          </c:cat>
          <c:val>
            <c:numRef>
              <c:f>Sheet1!$D$2:$D$6</c:f>
              <c:numCache>
                <c:formatCode>General</c:formatCode>
                <c:ptCount val="5"/>
                <c:pt idx="0">
                  <c:v>1</c:v>
                </c:pt>
                <c:pt idx="1">
                  <c:v>2</c:v>
                </c:pt>
                <c:pt idx="2">
                  <c:v>3</c:v>
                </c:pt>
                <c:pt idx="3">
                  <c:v>5</c:v>
                </c:pt>
                <c:pt idx="4">
                  <c:v>4</c:v>
                </c:pt>
              </c:numCache>
            </c:numRef>
          </c:val>
          <c:smooth val="0"/>
          <c:extLst>
            <c:ext xmlns:c16="http://schemas.microsoft.com/office/drawing/2014/chart" uri="{C3380CC4-5D6E-409C-BE32-E72D297353CC}">
              <c16:uniqueId val="{00000006-C3D6-43BE-8AAC-2AA4900FF4A0}"/>
            </c:ext>
          </c:extLst>
        </c:ser>
        <c:ser>
          <c:idx val="3"/>
          <c:order val="3"/>
          <c:tx>
            <c:strRef>
              <c:f>Sheet1!$E$1</c:f>
              <c:strCache>
                <c:ptCount val="1"/>
                <c:pt idx="0">
                  <c:v>Data Point 4</c:v>
                </c:pt>
              </c:strCache>
            </c:strRef>
          </c:tx>
          <c:spPr>
            <a:ln w="22225" cap="rnd">
              <a:solidFill>
                <a:schemeClr val="accent4">
                  <a:lumMod val="75000"/>
                </a:schemeClr>
              </a:solidFill>
              <a:round/>
            </a:ln>
            <a:effectLst/>
          </c:spPr>
          <c:marker>
            <c:symbol val="x"/>
            <c:size val="6"/>
            <c:spPr>
              <a:noFill/>
              <a:ln w="9525">
                <a:solidFill>
                  <a:schemeClr val="accent4">
                    <a:lumMod val="75000"/>
                  </a:schemeClr>
                </a:solidFill>
                <a:round/>
              </a:ln>
              <a:effectLst/>
            </c:spPr>
          </c:marker>
          <c:dLbls>
            <c:dLbl>
              <c:idx val="0"/>
              <c:layout>
                <c:manualLayout>
                  <c:x val="-4.6077891591782549E-2"/>
                  <c:y val="4.936916316547209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C3D6-43BE-8AAC-2AA4900FF4A0}"/>
                </c:ext>
              </c:extLst>
            </c:dLbl>
            <c:dLbl>
              <c:idx val="1"/>
              <c:layout>
                <c:manualLayout>
                  <c:x val="-5.9243003475148971E-2"/>
                  <c:y val="-4.443224684892569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E-C3D6-43BE-8AAC-2AA4900FF4A0}"/>
                </c:ext>
              </c:extLst>
            </c:dLbl>
            <c:dLbl>
              <c:idx val="2"/>
              <c:layout>
                <c:manualLayout>
                  <c:x val="2.4684584781312011E-2"/>
                  <c:y val="1.727920710791545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D-C3D6-43BE-8AAC-2AA4900FF4A0}"/>
                </c:ext>
              </c:extLst>
            </c:dLbl>
            <c:dLbl>
              <c:idx val="3"/>
              <c:layout>
                <c:manualLayout>
                  <c:x val="-8.2281949271040294E-2"/>
                  <c:y val="-5.18376213237466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9-C3D6-43BE-8AAC-2AA4900FF4A0}"/>
                </c:ext>
              </c:extLst>
            </c:dLbl>
            <c:spPr>
              <a:noFill/>
              <a:ln>
                <a:noFill/>
              </a:ln>
              <a:effectLst/>
            </c:spPr>
            <c:txPr>
              <a:bodyPr rot="0" spcFirstLastPara="1" vertOverflow="ellipsis" vert="horz" wrap="square" lIns="38100" tIns="19050" rIns="38100" bIns="19050" anchor="ctr" anchorCtr="1">
                <a:spAutoFit/>
              </a:bodyPr>
              <a:lstStyle/>
              <a:p>
                <a:pPr>
                  <a:defRPr sz="1064" b="1" i="0" u="none" strike="noStrike" kern="1200" baseline="0">
                    <a:solidFill>
                      <a:schemeClr val="tx1">
                        <a:lumMod val="95000"/>
                        <a:lumOff val="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Sheet1!$A$2:$A$6</c:f>
              <c:strCache>
                <c:ptCount val="5"/>
                <c:pt idx="0">
                  <c:v>Your Information Goes Here</c:v>
                </c:pt>
                <c:pt idx="1">
                  <c:v>Your Information Goes Here</c:v>
                </c:pt>
                <c:pt idx="2">
                  <c:v>Your Information Goes Here</c:v>
                </c:pt>
                <c:pt idx="3">
                  <c:v>Your Information Goes Here</c:v>
                </c:pt>
                <c:pt idx="4">
                  <c:v>Your Information Goes Here</c:v>
                </c:pt>
              </c:strCache>
            </c:strRef>
          </c:cat>
          <c:val>
            <c:numRef>
              <c:f>Sheet1!$E$2:$E$6</c:f>
              <c:numCache>
                <c:formatCode>General</c:formatCode>
                <c:ptCount val="5"/>
                <c:pt idx="0">
                  <c:v>2</c:v>
                </c:pt>
                <c:pt idx="1">
                  <c:v>1.8</c:v>
                </c:pt>
                <c:pt idx="2">
                  <c:v>2.4</c:v>
                </c:pt>
                <c:pt idx="3">
                  <c:v>3</c:v>
                </c:pt>
                <c:pt idx="4">
                  <c:v>2.5</c:v>
                </c:pt>
              </c:numCache>
            </c:numRef>
          </c:val>
          <c:smooth val="0"/>
          <c:extLst>
            <c:ext xmlns:c16="http://schemas.microsoft.com/office/drawing/2014/chart" uri="{C3380CC4-5D6E-409C-BE32-E72D297353CC}">
              <c16:uniqueId val="{00000010-C3D6-43BE-8AAC-2AA4900FF4A0}"/>
            </c:ext>
          </c:extLst>
        </c:ser>
        <c:ser>
          <c:idx val="4"/>
          <c:order val="4"/>
          <c:tx>
            <c:strRef>
              <c:f>Sheet1!$F$1</c:f>
              <c:strCache>
                <c:ptCount val="1"/>
                <c:pt idx="0">
                  <c:v>Data Point 5</c:v>
                </c:pt>
              </c:strCache>
            </c:strRef>
          </c:tx>
          <c:spPr>
            <a:ln w="22225" cap="rnd">
              <a:solidFill>
                <a:schemeClr val="accent2">
                  <a:lumMod val="50000"/>
                  <a:lumOff val="50000"/>
                </a:schemeClr>
              </a:solidFill>
              <a:round/>
            </a:ln>
            <a:effectLst/>
          </c:spPr>
          <c:marker>
            <c:symbol val="star"/>
            <c:size val="6"/>
            <c:spPr>
              <a:noFill/>
              <a:ln w="9525">
                <a:solidFill>
                  <a:schemeClr val="accent2">
                    <a:lumMod val="50000"/>
                    <a:lumOff val="50000"/>
                  </a:schemeClr>
                </a:solidFill>
                <a:round/>
              </a:ln>
              <a:effectLst/>
            </c:spPr>
          </c:marker>
          <c:dLbls>
            <c:dLbl>
              <c:idx val="0"/>
              <c:layout>
                <c:manualLayout>
                  <c:x val="-4.9369169562624299E-3"/>
                  <c:y val="-4.443224684892574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F-C3D6-43BE-8AAC-2AA4900FF4A0}"/>
                </c:ext>
              </c:extLst>
            </c:dLbl>
            <c:dLbl>
              <c:idx val="1"/>
              <c:layout>
                <c:manualLayout>
                  <c:x val="-4.936916956262475E-3"/>
                  <c:y val="-4.443224684892578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C3D6-43BE-8AAC-2AA4900FF4A0}"/>
                </c:ext>
              </c:extLst>
            </c:dLbl>
            <c:dLbl>
              <c:idx val="2"/>
              <c:layout>
                <c:manualLayout>
                  <c:x val="8.2281949271040232E-3"/>
                  <c:y val="-6.66483702733886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C3D6-43BE-8AAC-2AA4900FF4A0}"/>
                </c:ext>
              </c:extLst>
            </c:dLbl>
            <c:dLbl>
              <c:idx val="3"/>
              <c:layout>
                <c:manualLayout>
                  <c:x val="-1.9747667825049657E-2"/>
                  <c:y val="-3.208995605755744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C3D6-43BE-8AAC-2AA4900FF4A0}"/>
                </c:ext>
              </c:extLst>
            </c:dLbl>
            <c:spPr>
              <a:noFill/>
              <a:ln>
                <a:noFill/>
              </a:ln>
              <a:effectLst/>
            </c:spPr>
            <c:txPr>
              <a:bodyPr rot="0" spcFirstLastPara="1" vertOverflow="ellipsis" vert="horz" wrap="square" lIns="38100" tIns="19050" rIns="38100" bIns="19050" anchor="ctr" anchorCtr="1">
                <a:spAutoFit/>
              </a:bodyPr>
              <a:lstStyle/>
              <a:p>
                <a:pPr>
                  <a:defRPr sz="1064" b="1" i="0" u="none" strike="noStrike" kern="1200" baseline="0">
                    <a:solidFill>
                      <a:schemeClr val="tx1">
                        <a:lumMod val="95000"/>
                        <a:lumOff val="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Sheet1!$A$2:$A$6</c:f>
              <c:strCache>
                <c:ptCount val="5"/>
                <c:pt idx="0">
                  <c:v>Your Information Goes Here</c:v>
                </c:pt>
                <c:pt idx="1">
                  <c:v>Your Information Goes Here</c:v>
                </c:pt>
                <c:pt idx="2">
                  <c:v>Your Information Goes Here</c:v>
                </c:pt>
                <c:pt idx="3">
                  <c:v>Your Information Goes Here</c:v>
                </c:pt>
                <c:pt idx="4">
                  <c:v>Your Information Goes Here</c:v>
                </c:pt>
              </c:strCache>
            </c:strRef>
          </c:cat>
          <c:val>
            <c:numRef>
              <c:f>Sheet1!$F$2:$F$6</c:f>
              <c:numCache>
                <c:formatCode>General</c:formatCode>
                <c:ptCount val="5"/>
                <c:pt idx="0">
                  <c:v>4.3</c:v>
                </c:pt>
                <c:pt idx="1">
                  <c:v>3</c:v>
                </c:pt>
                <c:pt idx="2">
                  <c:v>4</c:v>
                </c:pt>
                <c:pt idx="3">
                  <c:v>2.2999999999999998</c:v>
                </c:pt>
                <c:pt idx="4">
                  <c:v>2.5</c:v>
                </c:pt>
              </c:numCache>
            </c:numRef>
          </c:val>
          <c:smooth val="0"/>
          <c:extLst>
            <c:ext xmlns:c16="http://schemas.microsoft.com/office/drawing/2014/chart" uri="{C3380CC4-5D6E-409C-BE32-E72D297353CC}">
              <c16:uniqueId val="{00000011-C3D6-43BE-8AAC-2AA4900FF4A0}"/>
            </c:ext>
          </c:extLst>
        </c:ser>
        <c:dLbls>
          <c:showLegendKey val="0"/>
          <c:showVal val="1"/>
          <c:showCatName val="0"/>
          <c:showSerName val="0"/>
          <c:showPercent val="0"/>
          <c:showBubbleSize val="0"/>
        </c:dLbls>
        <c:marker val="1"/>
        <c:smooth val="0"/>
        <c:axId val="327122656"/>
        <c:axId val="327131392"/>
      </c:lineChart>
      <c:catAx>
        <c:axId val="327122656"/>
        <c:scaling>
          <c:orientation val="minMax"/>
        </c:scaling>
        <c:delete val="0"/>
        <c:axPos val="b"/>
        <c:majorGridlines>
          <c:spPr>
            <a:ln w="9525" cap="flat" cmpd="sng" algn="ctr">
              <a:solidFill>
                <a:srgbClr val="D6DBD4"/>
              </a:solidFill>
              <a:round/>
            </a:ln>
            <a:effectLst/>
          </c:spPr>
        </c:majorGridlines>
        <c:numFmt formatCode="General" sourceLinked="1"/>
        <c:majorTickMark val="none"/>
        <c:minorTickMark val="none"/>
        <c:tickLblPos val="nextTo"/>
        <c:spPr>
          <a:noFill/>
          <a:ln w="9525" cap="flat" cmpd="sng" algn="ctr">
            <a:solidFill>
              <a:srgbClr val="D6DBD4"/>
            </a:solidFill>
            <a:round/>
          </a:ln>
          <a:effectLst/>
        </c:spPr>
        <c:txPr>
          <a:bodyPr rot="-60000000" spcFirstLastPara="1" vertOverflow="ellipsis" vert="horz" wrap="square" anchor="ctr" anchorCtr="1"/>
          <a:lstStyle/>
          <a:p>
            <a:pPr>
              <a:defRPr sz="800" b="0" i="0" u="none" strike="noStrike" kern="1200" cap="none" spc="0" normalizeH="0" baseline="0">
                <a:solidFill>
                  <a:srgbClr val="003057"/>
                </a:solidFill>
                <a:latin typeface="+mn-lt"/>
                <a:ea typeface="+mn-ea"/>
                <a:cs typeface="+mn-cs"/>
              </a:defRPr>
            </a:pPr>
            <a:endParaRPr lang="en-US"/>
          </a:p>
        </c:txPr>
        <c:crossAx val="327131392"/>
        <c:crosses val="autoZero"/>
        <c:auto val="1"/>
        <c:lblAlgn val="ctr"/>
        <c:lblOffset val="100"/>
        <c:noMultiLvlLbl val="0"/>
      </c:catAx>
      <c:valAx>
        <c:axId val="327131392"/>
        <c:scaling>
          <c:orientation val="minMax"/>
        </c:scaling>
        <c:delete val="1"/>
        <c:axPos val="l"/>
        <c:numFmt formatCode="General" sourceLinked="1"/>
        <c:majorTickMark val="none"/>
        <c:minorTickMark val="none"/>
        <c:tickLblPos val="nextTo"/>
        <c:crossAx val="327122656"/>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rgbClr val="003057"/>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10">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064" b="1"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310">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064" b="1"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310">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064" b="1"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310">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064" b="1"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omments/modernComment_135_62739B6E.xml><?xml version="1.0" encoding="utf-8"?>
<p188:cmLst xmlns:a="http://schemas.openxmlformats.org/drawingml/2006/main" xmlns:r="http://schemas.openxmlformats.org/officeDocument/2006/relationships" xmlns:p188="http://schemas.microsoft.com/office/powerpoint/2018/8/main">
  <p188:cm id="{0D400994-15B4-8D48-9157-0BDC7AD7915F}" authorId="{7D1DF963-B1F6-BB8F-E5A5-CC0EF3A0639E}" created="2026-10-10T17:48:15.603" startDate="2026-10-10T17:48:15.603" dueDate="2026-10-10T17:48:15.603" assignedTo="{28847CCD-CAA8-2AD2-4CA9-EBB928FA0B1D}" title="@Jarosch, Maximilian Julius @Liang, Katherine T - Can you guys please take a stab at this slide? I'm thinking each box here is one of the components. ">
    <pc:sldMkLst xmlns:pc="http://schemas.microsoft.com/office/powerpoint/2013/main/command">
      <pc:docMk/>
      <pc:sldMk cId="1651743598" sldId="309"/>
    </pc:sldMkLst>
    <p188:replyLst>
      <p188:reply id="{5576649F-CDA4-4ACD-97AB-739C454F82C7}" authorId="{3A00BFD7-6DDF-4C7F-0B56-BCDF8A7F8342}" created="2026-10-11T00:40:01.914">
        <p188:txBody>
          <a:bodyPr/>
          <a:lstStyle/>
          <a:p>
            <a:r>
              <a:rPr lang="en-US"/>
              <a:t>I think these sections make sense, I just filled out all three but feel free to edit-especially the problem statement (I'm not too confident on that)</a:t>
            </a:r>
          </a:p>
        </p188:txBody>
      </p188:reply>
    </p188:replyLst>
    <p188:txBody>
      <a:bodyPr/>
      <a:lstStyle/>
      <a:p>
        <a:r>
          <a:rPr lang="en-US"/>
          <a:t>[@Jarosch, Maximilian Julius] [@Liang, Katherine T] - Can you guys please take a stab at this slide? I'm thinking each box here is one of the components. </a:t>
        </a:r>
      </a:p>
    </p188:txBody>
    <p188:extLst>
      <p:ext xmlns:p="http://schemas.openxmlformats.org/presentationml/2006/main" uri="{5BB2D875-25FF-4072-B9AC-8F64D62656EB}">
        <p228:taskDetails xmlns:p228="http://schemas.microsoft.com/office/powerpoint/2022/08/main">
          <p228:history>
            <p228:event time="2026-10-10T17:48:15.603" id="{7FC0EFB1-5C5B-2C46-BAF5-237484A461E4}">
              <p228:atrbtn authorId="{7D1DF963-B1F6-BB8F-E5A5-CC0EF3A0639E}"/>
              <p228:anchr>
                <p228:comment id="{0D400994-15B4-8D48-9157-0BDC7AD7915F}"/>
              </p228:anchr>
              <p228:add/>
            </p228:event>
            <p228:event time="2026-10-10T17:48:15.603" id="{1C8999C6-3E77-0941-9289-A1D8B9F19F0A}">
              <p228:atrbtn authorId="{7D1DF963-B1F6-BB8F-E5A5-CC0EF3A0639E}"/>
              <p228:anchr>
                <p228:comment id="{0D400994-15B4-8D48-9157-0BDC7AD7915F}"/>
              </p228:anchr>
              <p228:asgn authorId="{28847CCD-CAA8-2AD2-4CA9-EBB928FA0B1D}"/>
            </p228:event>
            <p228:event time="2026-10-10T17:48:15.603" id="{33F69DBA-D6E2-DA4B-B1AA-81E40B61AEE7}">
              <p228:atrbtn authorId="{7D1DF963-B1F6-BB8F-E5A5-CC0EF3A0639E}"/>
              <p228:anchr>
                <p228:comment id="{0D400994-15B4-8D48-9157-0BDC7AD7915F}"/>
              </p228:anchr>
              <p228:title val="@Jarosch, Maximilian Julius @Liang, Katherine T - Can you guys please take a stab at this slide? I'm thinking each box here is one of the components. "/>
            </p228:event>
            <p228:event time="2026-10-10T17:48:15.603" id="{DB1FE1EE-5DA9-B343-9CA6-5F9496435AD5}">
              <p228:atrbtn authorId="{7D1DF963-B1F6-BB8F-E5A5-CC0EF3A0639E}"/>
              <p228:anchr>
                <p228:comment id="{0D400994-15B4-8D48-9157-0BDC7AD7915F}"/>
              </p228:anchr>
              <p228:date stDt="2026-10-10T17:48:15.603" endDt="2026-10-10T17:48:15.603"/>
            </p228:event>
          </p228:history>
        </p228:taskDetails>
      </p:ext>
    </p188:extLst>
  </p188:cm>
</p188:cmLst>
</file>

<file path=ppt/comments/modernComment_145_FD5E28C3.xml><?xml version="1.0" encoding="utf-8"?>
<p188:cmLst xmlns:a="http://schemas.openxmlformats.org/drawingml/2006/main" xmlns:r="http://schemas.openxmlformats.org/officeDocument/2006/relationships" xmlns:p188="http://schemas.microsoft.com/office/powerpoint/2018/8/main">
  <p188:cm id="{BE7F0AB9-24CA-284E-B5CC-6483D4074E45}" authorId="{7D1DF963-B1F6-BB8F-E5A5-CC0EF3A0639E}" created="2026-10-10T17:45:46.731">
    <pc:sldMkLst xmlns:pc="http://schemas.microsoft.com/office/powerpoint/2013/main/command">
      <pc:docMk/>
      <pc:sldMk cId="4250806467" sldId="325"/>
    </pc:sldMkLst>
    <p188:txBody>
      <a:bodyPr/>
      <a:lstStyle/>
      <a:p>
        <a:r>
          <a:rPr lang="en-US"/>
          <a:t>[@Murugappan, Shanmugam] - Can you please own this slide? Please insert the table from either our proposal document, or the more detailed one from our excel tracker here. With a brief one line above or below explaining the project timeline. </a:t>
        </a:r>
      </a:p>
    </p188:txBody>
    <p188:extLst>
      <p:ext xmlns:p="http://schemas.openxmlformats.org/presentationml/2006/main" uri="{57CB4572-C831-44C2-8A1C-0ADB6CCDFE69}">
        <p223:reactions xmlns:p223="http://schemas.microsoft.com/office/powerpoint/2022/03/main">
          <p223:rxn type="👍">
            <p223:instance time="2026-10-11T17:42:50.861" authorId="{748D4F14-A9B1-88BE-4165-F175595577B4}"/>
          </p223:rxn>
        </p223:reactions>
      </p:ext>
    </p188:extLst>
  </p188:cm>
</p188:cmLst>
</file>

<file path=ppt/comments/modernComment_146_39B3AB59.xml><?xml version="1.0" encoding="utf-8"?>
<p188:cmLst xmlns:a="http://schemas.openxmlformats.org/drawingml/2006/main" xmlns:r="http://schemas.openxmlformats.org/officeDocument/2006/relationships" xmlns:p188="http://schemas.microsoft.com/office/powerpoint/2018/8/main">
  <p188:cm id="{20F46F4D-01A4-B14C-9E90-8F804FE4D29D}" authorId="{7D1DF963-B1F6-BB8F-E5A5-CC0EF3A0639E}" created="2026-10-10T17:44:46.359" startDate="2026-10-10T17:44:46.380" dueDate="2026-10-10T17:44:46.380" assignedTo="{A5AE7534-CB32-3228-FAB7-015D09A375EA}" title="@Achari, Manoj M - Can you please add the updated view of the UI screenshot here with a brief 1 line description either above or below it explaining it? ">
    <pc:sldMkLst xmlns:pc="http://schemas.microsoft.com/office/powerpoint/2013/main/command">
      <pc:docMk/>
      <pc:sldMk cId="968076121" sldId="326"/>
    </pc:sldMkLst>
    <p188:txBody>
      <a:bodyPr/>
      <a:lstStyle/>
      <a:p>
        <a:r>
          <a:rPr lang="en-US"/>
          <a:t>[@Achari, Manoj M] - Can you please add the updated view of the UI screenshot here with a brief 1 line description either above or below it explaining it? </a:t>
        </a:r>
      </a:p>
    </p188:txBody>
    <p188:extLst>
      <p:ext xmlns:p="http://schemas.openxmlformats.org/presentationml/2006/main" uri="{5BB2D875-25FF-4072-B9AC-8F64D62656EB}">
        <p228:taskDetails xmlns:p228="http://schemas.microsoft.com/office/powerpoint/2022/08/main">
          <p228:history>
            <p228:event time="2026-10-10T17:44:46.359" id="{B80FB3B8-E47D-504A-994E-9D31BC0D562D}">
              <p228:atrbtn authorId="{7D1DF963-B1F6-BB8F-E5A5-CC0EF3A0639E}"/>
              <p228:anchr>
                <p228:comment id="{20F46F4D-01A4-B14C-9E90-8F804FE4D29D}"/>
              </p228:anchr>
              <p228:add/>
            </p228:event>
            <p228:event time="2026-10-10T17:44:46.359" id="{2302AB01-FB5C-CA4A-A547-62E205E36B10}">
              <p228:atrbtn authorId="{7D1DF963-B1F6-BB8F-E5A5-CC0EF3A0639E}"/>
              <p228:anchr>
                <p228:comment id="{20F46F4D-01A4-B14C-9E90-8F804FE4D29D}"/>
              </p228:anchr>
              <p228:asgn authorId="{A5AE7534-CB32-3228-FAB7-015D09A375EA}"/>
            </p228:event>
            <p228:event time="2026-10-10T17:44:46.359" id="{C3FFF81A-A374-E744-8F92-F76BA152396F}">
              <p228:atrbtn authorId="{7D1DF963-B1F6-BB8F-E5A5-CC0EF3A0639E}"/>
              <p228:anchr>
                <p228:comment id="{20F46F4D-01A4-B14C-9E90-8F804FE4D29D}"/>
              </p228:anchr>
              <p228:title val="@Achari, Manoj M - Can you please add the updated view of the UI screenshot here with a brief 1 line description either above or below it explaining it? "/>
            </p228:event>
            <p228:event time="2026-10-10T17:44:46.359" id="{DEE9F5A9-BE23-CA47-BF02-FEEE4E10E358}">
              <p228:atrbtn authorId="{7D1DF963-B1F6-BB8F-E5A5-CC0EF3A0639E}"/>
              <p228:anchr>
                <p228:comment id="{20F46F4D-01A4-B14C-9E90-8F804FE4D29D}"/>
              </p228:anchr>
              <p228:date stDt="2026-10-10T17:44:46.380" endDt="2026-10-10T17:44:46.380"/>
            </p228:event>
          </p228:history>
        </p228:taskDetails>
      </p:ext>
    </p188:extLst>
  </p188:cm>
</p188:cmLst>
</file>

<file path=ppt/comments/modernComment_147_A54A7B56.xml><?xml version="1.0" encoding="utf-8"?>
<p188:cmLst xmlns:a="http://schemas.openxmlformats.org/drawingml/2006/main" xmlns:r="http://schemas.openxmlformats.org/officeDocument/2006/relationships" xmlns:p188="http://schemas.microsoft.com/office/powerpoint/2018/8/main">
  <p188:cm id="{921C268E-80B0-469A-93F4-2669DF805607}" authorId="{A5AE7534-CB32-3228-FAB7-015D09A375EA}" created="2026-10-11T22:34:55.109">
    <ac:deMkLst xmlns:ac="http://schemas.microsoft.com/office/drawing/2013/main/command">
      <pc:docMk xmlns:pc="http://schemas.microsoft.com/office/powerpoint/2013/main/command"/>
      <pc:sldMk xmlns:pc="http://schemas.microsoft.com/office/powerpoint/2013/main/command" cId="2773121878" sldId="327"/>
      <ac:spMk id="6" creationId="{ECBB5F2A-12DE-A271-CFE4-2F26EB2417A5}"/>
    </ac:deMkLst>
    <p188:txBody>
      <a:bodyPr/>
      <a:lstStyle/>
      <a:p>
        <a:r>
          <a:rPr lang="en-US"/>
          <a:t>slight modification of previous slide, to be deleted after reviewing with team</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CA6E295-2078-3A4C-9B3B-128821A9744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603100D-CACA-0F41-B537-339726C6A50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877CCEE-F6A5-9F4C-8CE3-50501077053A}" type="datetimeFigureOut">
              <a:rPr lang="en-US" smtClean="0"/>
              <a:t>10/11/2026</a:t>
            </a:fld>
            <a:endParaRPr lang="en-US"/>
          </a:p>
        </p:txBody>
      </p:sp>
      <p:sp>
        <p:nvSpPr>
          <p:cNvPr id="4" name="Footer Placeholder 3">
            <a:extLst>
              <a:ext uri="{FF2B5EF4-FFF2-40B4-BE49-F238E27FC236}">
                <a16:creationId xmlns:a16="http://schemas.microsoft.com/office/drawing/2014/main" id="{1518C585-FF88-2E4D-AADE-9C9529D2F72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20F8045-3A37-824A-8710-57C502BDEF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C957D50-C692-A448-91EE-4B0FAD320CD6}" type="slidenum">
              <a:rPr lang="en-US" smtClean="0"/>
              <a:t>‹#›</a:t>
            </a:fld>
            <a:endParaRPr lang="en-US"/>
          </a:p>
        </p:txBody>
      </p:sp>
    </p:spTree>
    <p:extLst>
      <p:ext uri="{BB962C8B-B14F-4D97-AF65-F5344CB8AC3E}">
        <p14:creationId xmlns:p14="http://schemas.microsoft.com/office/powerpoint/2010/main" val="12850939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890FB0-7803-314F-9BE0-3772887DCBDE}" type="datetimeFigureOut">
              <a:rPr lang="en-US" smtClean="0"/>
              <a:t>10/11/2026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A5D7CC-4584-7D4D-9AC5-26861B0A276E}" type="slidenum">
              <a:rPr lang="en-US" smtClean="0"/>
              <a:t>‹#›</a:t>
            </a:fld>
            <a:endParaRPr lang="en-US"/>
          </a:p>
        </p:txBody>
      </p:sp>
    </p:spTree>
    <p:extLst>
      <p:ext uri="{BB962C8B-B14F-4D97-AF65-F5344CB8AC3E}">
        <p14:creationId xmlns:p14="http://schemas.microsoft.com/office/powerpoint/2010/main" val="18024372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Add or replace photo and then go to Arrange &gt; Send Backward until the Georgia Tech logo appears above the image.</a:t>
            </a:r>
          </a:p>
        </p:txBody>
      </p:sp>
      <p:sp>
        <p:nvSpPr>
          <p:cNvPr id="4" name="Slide Number Placeholder 3"/>
          <p:cNvSpPr>
            <a:spLocks noGrp="1"/>
          </p:cNvSpPr>
          <p:nvPr>
            <p:ph type="sldNum" sz="quarter" idx="5"/>
          </p:nvPr>
        </p:nvSpPr>
        <p:spPr/>
        <p:txBody>
          <a:bodyPr/>
          <a:lstStyle/>
          <a:p>
            <a:fld id="{7AA5D7CC-4584-7D4D-9AC5-26861B0A276E}" type="slidenum">
              <a:rPr lang="en-US" smtClean="0"/>
              <a:t>9</a:t>
            </a:fld>
            <a:endParaRPr lang="en-US"/>
          </a:p>
        </p:txBody>
      </p:sp>
    </p:spTree>
    <p:extLst>
      <p:ext uri="{BB962C8B-B14F-4D97-AF65-F5344CB8AC3E}">
        <p14:creationId xmlns:p14="http://schemas.microsoft.com/office/powerpoint/2010/main" val="20014901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Title Placeholder 10">
            <a:extLst>
              <a:ext uri="{FF2B5EF4-FFF2-40B4-BE49-F238E27FC236}">
                <a16:creationId xmlns:a16="http://schemas.microsoft.com/office/drawing/2014/main" id="{03435116-8EC1-A548-452A-A5744ECD0FD6}"/>
              </a:ext>
            </a:extLst>
          </p:cNvPr>
          <p:cNvSpPr>
            <a:spLocks noGrp="1"/>
          </p:cNvSpPr>
          <p:nvPr>
            <p:ph type="title"/>
          </p:nvPr>
        </p:nvSpPr>
        <p:spPr>
          <a:xfrm>
            <a:off x="2447108" y="1846217"/>
            <a:ext cx="8906692" cy="2595153"/>
          </a:xfrm>
          <a:prstGeom prst="rect">
            <a:avLst/>
          </a:prstGeom>
        </p:spPr>
        <p:txBody>
          <a:bodyPr vert="horz" lIns="91440" tIns="45720" rIns="91440" bIns="45720" rtlCol="0" anchor="ctr">
            <a:normAutofit/>
          </a:bodyPr>
          <a:lstStyle/>
          <a:p>
            <a:r>
              <a:rPr lang="en-US"/>
              <a:t>Click to edit </a:t>
            </a:r>
            <a:br>
              <a:rPr lang="en-US"/>
            </a:br>
            <a:r>
              <a:rPr lang="en-US"/>
              <a:t>Master title style</a:t>
            </a:r>
          </a:p>
        </p:txBody>
      </p:sp>
      <p:sp>
        <p:nvSpPr>
          <p:cNvPr id="11" name="Text Placeholder 11">
            <a:extLst>
              <a:ext uri="{FF2B5EF4-FFF2-40B4-BE49-F238E27FC236}">
                <a16:creationId xmlns:a16="http://schemas.microsoft.com/office/drawing/2014/main" id="{BE800B03-ECF5-F0B1-7514-4FC09CECE7E4}"/>
              </a:ext>
            </a:extLst>
          </p:cNvPr>
          <p:cNvSpPr>
            <a:spLocks noGrp="1"/>
          </p:cNvSpPr>
          <p:nvPr>
            <p:ph idx="1"/>
          </p:nvPr>
        </p:nvSpPr>
        <p:spPr>
          <a:xfrm>
            <a:off x="2447108" y="4441370"/>
            <a:ext cx="8906692" cy="625930"/>
          </a:xfrm>
          <a:prstGeom prst="rect">
            <a:avLst/>
          </a:prstGeom>
        </p:spPr>
        <p:txBody>
          <a:bodyPr vert="horz" lIns="91440" tIns="45720" rIns="91440" bIns="45720" rtlCol="0">
            <a:normAutofit/>
          </a:bodyPr>
          <a:lstStyle/>
          <a:p>
            <a:r>
              <a:rPr lang="en-US"/>
              <a:t>Click to edit Master subtitle style</a:t>
            </a:r>
          </a:p>
        </p:txBody>
      </p:sp>
    </p:spTree>
    <p:extLst>
      <p:ext uri="{BB962C8B-B14F-4D97-AF65-F5344CB8AC3E}">
        <p14:creationId xmlns:p14="http://schemas.microsoft.com/office/powerpoint/2010/main" val="41141905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 Full Photo">
    <p:bg>
      <p:bgPr>
        <a:blipFill dpi="0" rotWithShape="1">
          <a:blip r:embed="rId2">
            <a:lum/>
          </a:blip>
          <a:srcRect/>
          <a:stretch>
            <a:fillRect t="-11000" b="-11000"/>
          </a:stretch>
        </a:blipFill>
        <a:effectLst/>
      </p:bgPr>
    </p:bg>
    <p:spTree>
      <p:nvGrpSpPr>
        <p:cNvPr id="1" name=""/>
        <p:cNvGrpSpPr/>
        <p:nvPr/>
      </p:nvGrpSpPr>
      <p:grpSpPr>
        <a:xfrm>
          <a:off x="0" y="0"/>
          <a:ext cx="0" cy="0"/>
          <a:chOff x="0" y="0"/>
          <a:chExt cx="0" cy="0"/>
        </a:xfrm>
      </p:grpSpPr>
      <p:sp>
        <p:nvSpPr>
          <p:cNvPr id="10" name="Title Placeholder 10">
            <a:extLst>
              <a:ext uri="{FF2B5EF4-FFF2-40B4-BE49-F238E27FC236}">
                <a16:creationId xmlns:a16="http://schemas.microsoft.com/office/drawing/2014/main" id="{03435116-8EC1-A548-452A-A5744ECD0FD6}"/>
              </a:ext>
            </a:extLst>
          </p:cNvPr>
          <p:cNvSpPr>
            <a:spLocks noGrp="1"/>
          </p:cNvSpPr>
          <p:nvPr>
            <p:ph type="title"/>
          </p:nvPr>
        </p:nvSpPr>
        <p:spPr>
          <a:xfrm>
            <a:off x="2447108" y="1846217"/>
            <a:ext cx="8906692" cy="2595153"/>
          </a:xfrm>
          <a:prstGeom prst="rect">
            <a:avLst/>
          </a:prstGeom>
        </p:spPr>
        <p:txBody>
          <a:bodyPr vert="horz" lIns="91440" tIns="45720" rIns="91440" bIns="45720" rtlCol="0" anchor="ctr">
            <a:normAutofit/>
          </a:bodyPr>
          <a:lstStyle>
            <a:lvl1pPr>
              <a:defRPr>
                <a:solidFill>
                  <a:schemeClr val="bg1"/>
                </a:solidFill>
              </a:defRPr>
            </a:lvl1pPr>
          </a:lstStyle>
          <a:p>
            <a:r>
              <a:rPr lang="en-US"/>
              <a:t>Click to edit </a:t>
            </a:r>
            <a:br>
              <a:rPr lang="en-US"/>
            </a:br>
            <a:r>
              <a:rPr lang="en-US"/>
              <a:t>Master title style</a:t>
            </a:r>
          </a:p>
        </p:txBody>
      </p:sp>
      <p:sp>
        <p:nvSpPr>
          <p:cNvPr id="11" name="Text Placeholder 11">
            <a:extLst>
              <a:ext uri="{FF2B5EF4-FFF2-40B4-BE49-F238E27FC236}">
                <a16:creationId xmlns:a16="http://schemas.microsoft.com/office/drawing/2014/main" id="{BE800B03-ECF5-F0B1-7514-4FC09CECE7E4}"/>
              </a:ext>
            </a:extLst>
          </p:cNvPr>
          <p:cNvSpPr>
            <a:spLocks noGrp="1"/>
          </p:cNvSpPr>
          <p:nvPr>
            <p:ph idx="1"/>
          </p:nvPr>
        </p:nvSpPr>
        <p:spPr>
          <a:xfrm>
            <a:off x="2447108" y="4441370"/>
            <a:ext cx="8906692" cy="625930"/>
          </a:xfrm>
          <a:prstGeom prst="rect">
            <a:avLst/>
          </a:prstGeom>
        </p:spPr>
        <p:txBody>
          <a:bodyPr vert="horz" lIns="91440" tIns="45720" rIns="91440" bIns="45720" rtlCol="0">
            <a:normAutofit/>
          </a:bodyPr>
          <a:lstStyle>
            <a:lvl1pPr>
              <a:defRPr>
                <a:solidFill>
                  <a:schemeClr val="bg1"/>
                </a:solidFill>
              </a:defRPr>
            </a:lvl1pPr>
          </a:lstStyle>
          <a:p>
            <a:r>
              <a:rPr lang="en-US"/>
              <a:t>Click to edit Master subtitle style</a:t>
            </a:r>
          </a:p>
        </p:txBody>
      </p:sp>
      <p:pic>
        <p:nvPicPr>
          <p:cNvPr id="3" name="Picture 2">
            <a:extLst>
              <a:ext uri="{FF2B5EF4-FFF2-40B4-BE49-F238E27FC236}">
                <a16:creationId xmlns:a16="http://schemas.microsoft.com/office/drawing/2014/main" id="{CAA14450-E163-A0FB-AE33-14F2CE668DE1}"/>
              </a:ext>
            </a:extLst>
          </p:cNvPr>
          <p:cNvPicPr>
            <a:picLocks noChangeAspect="1"/>
          </p:cNvPicPr>
          <p:nvPr userDrawn="1"/>
        </p:nvPicPr>
        <p:blipFill rotWithShape="1">
          <a:blip r:embed="rId3"/>
          <a:srcRect t="73770"/>
          <a:stretch/>
        </p:blipFill>
        <p:spPr>
          <a:xfrm>
            <a:off x="1" y="5059179"/>
            <a:ext cx="12191999" cy="1798821"/>
          </a:xfrm>
          <a:prstGeom prst="rect">
            <a:avLst/>
          </a:prstGeom>
        </p:spPr>
      </p:pic>
    </p:spTree>
    <p:extLst>
      <p:ext uri="{BB962C8B-B14F-4D97-AF65-F5344CB8AC3E}">
        <p14:creationId xmlns:p14="http://schemas.microsoft.com/office/powerpoint/2010/main" val="27043016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 Plai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Placeholder 10">
            <a:extLst>
              <a:ext uri="{FF2B5EF4-FFF2-40B4-BE49-F238E27FC236}">
                <a16:creationId xmlns:a16="http://schemas.microsoft.com/office/drawing/2014/main" id="{F64BEEBC-AE20-0931-2193-11EF8F682D9B}"/>
              </a:ext>
            </a:extLst>
          </p:cNvPr>
          <p:cNvSpPr>
            <a:spLocks noGrp="1"/>
          </p:cNvSpPr>
          <p:nvPr>
            <p:ph type="title"/>
          </p:nvPr>
        </p:nvSpPr>
        <p:spPr>
          <a:xfrm>
            <a:off x="2447108" y="1846217"/>
            <a:ext cx="8906692" cy="2595153"/>
          </a:xfrm>
          <a:prstGeom prst="rect">
            <a:avLst/>
          </a:prstGeom>
        </p:spPr>
        <p:txBody>
          <a:bodyPr vert="horz" lIns="91440" tIns="45720" rIns="91440" bIns="45720" rtlCol="0" anchor="ctr">
            <a:normAutofit/>
          </a:bodyPr>
          <a:lstStyle/>
          <a:p>
            <a:r>
              <a:rPr lang="en-US"/>
              <a:t>Click to edit </a:t>
            </a:r>
            <a:br>
              <a:rPr lang="en-US"/>
            </a:br>
            <a:r>
              <a:rPr lang="en-US"/>
              <a:t>Master title style</a:t>
            </a:r>
          </a:p>
        </p:txBody>
      </p:sp>
      <p:sp>
        <p:nvSpPr>
          <p:cNvPr id="5" name="Text Placeholder 11">
            <a:extLst>
              <a:ext uri="{FF2B5EF4-FFF2-40B4-BE49-F238E27FC236}">
                <a16:creationId xmlns:a16="http://schemas.microsoft.com/office/drawing/2014/main" id="{D1BFEEB1-1250-CB23-C303-2290A9F73B30}"/>
              </a:ext>
            </a:extLst>
          </p:cNvPr>
          <p:cNvSpPr>
            <a:spLocks noGrp="1"/>
          </p:cNvSpPr>
          <p:nvPr>
            <p:ph idx="1"/>
          </p:nvPr>
        </p:nvSpPr>
        <p:spPr>
          <a:xfrm>
            <a:off x="2447108" y="4441370"/>
            <a:ext cx="8906692" cy="625930"/>
          </a:xfrm>
          <a:prstGeom prst="rect">
            <a:avLst/>
          </a:prstGeom>
        </p:spPr>
        <p:txBody>
          <a:bodyPr vert="horz" lIns="91440" tIns="45720" rIns="91440" bIns="45720" rtlCol="0">
            <a:normAutofit/>
          </a:bodyPr>
          <a:lstStyle>
            <a:lvl1pPr>
              <a:defRPr>
                <a:solidFill>
                  <a:schemeClr val="tx1"/>
                </a:solidFill>
              </a:defRPr>
            </a:lvl1pPr>
          </a:lstStyle>
          <a:p>
            <a:r>
              <a:rPr lang="en-US"/>
              <a:t>Click to edit Master subtitle style</a:t>
            </a:r>
          </a:p>
        </p:txBody>
      </p:sp>
    </p:spTree>
    <p:extLst>
      <p:ext uri="{BB962C8B-B14F-4D97-AF65-F5344CB8AC3E}">
        <p14:creationId xmlns:p14="http://schemas.microsoft.com/office/powerpoint/2010/main" val="31749308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 Tech Tow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Placeholder 10">
            <a:extLst>
              <a:ext uri="{FF2B5EF4-FFF2-40B4-BE49-F238E27FC236}">
                <a16:creationId xmlns:a16="http://schemas.microsoft.com/office/drawing/2014/main" id="{F07C9153-7FEC-638D-4ADD-6BB1DD8D4D82}"/>
              </a:ext>
            </a:extLst>
          </p:cNvPr>
          <p:cNvSpPr>
            <a:spLocks noGrp="1"/>
          </p:cNvSpPr>
          <p:nvPr>
            <p:ph type="title"/>
          </p:nvPr>
        </p:nvSpPr>
        <p:spPr>
          <a:xfrm>
            <a:off x="2447108" y="1846217"/>
            <a:ext cx="8906692" cy="2595153"/>
          </a:xfrm>
          <a:prstGeom prst="rect">
            <a:avLst/>
          </a:prstGeom>
        </p:spPr>
        <p:txBody>
          <a:bodyPr vert="horz" lIns="91440" tIns="45720" rIns="91440" bIns="45720" rtlCol="0" anchor="ctr">
            <a:normAutofit/>
          </a:bodyPr>
          <a:lstStyle/>
          <a:p>
            <a:r>
              <a:rPr lang="en-US"/>
              <a:t>Click to edit </a:t>
            </a:r>
            <a:br>
              <a:rPr lang="en-US"/>
            </a:br>
            <a:r>
              <a:rPr lang="en-US"/>
              <a:t>Master title style</a:t>
            </a:r>
          </a:p>
        </p:txBody>
      </p:sp>
      <p:sp>
        <p:nvSpPr>
          <p:cNvPr id="4" name="Text Placeholder 11">
            <a:extLst>
              <a:ext uri="{FF2B5EF4-FFF2-40B4-BE49-F238E27FC236}">
                <a16:creationId xmlns:a16="http://schemas.microsoft.com/office/drawing/2014/main" id="{FE485BB9-C655-511D-0A07-5032FD2F8C76}"/>
              </a:ext>
            </a:extLst>
          </p:cNvPr>
          <p:cNvSpPr>
            <a:spLocks noGrp="1"/>
          </p:cNvSpPr>
          <p:nvPr>
            <p:ph idx="1"/>
          </p:nvPr>
        </p:nvSpPr>
        <p:spPr>
          <a:xfrm>
            <a:off x="2447108" y="4441370"/>
            <a:ext cx="8906692" cy="625930"/>
          </a:xfrm>
          <a:prstGeom prst="rect">
            <a:avLst/>
          </a:prstGeom>
        </p:spPr>
        <p:txBody>
          <a:bodyPr vert="horz" lIns="91440" tIns="45720" rIns="91440" bIns="45720" rtlCol="0">
            <a:normAutofit/>
          </a:bodyPr>
          <a:lstStyle>
            <a:lvl1pPr>
              <a:defRPr>
                <a:solidFill>
                  <a:schemeClr val="tx1"/>
                </a:solidFill>
              </a:defRPr>
            </a:lvl1pPr>
          </a:lstStyle>
          <a:p>
            <a:r>
              <a:rPr lang="en-US"/>
              <a:t>Click to edit Master subtitle style</a:t>
            </a:r>
          </a:p>
        </p:txBody>
      </p:sp>
    </p:spTree>
    <p:extLst>
      <p:ext uri="{BB962C8B-B14F-4D97-AF65-F5344CB8AC3E}">
        <p14:creationId xmlns:p14="http://schemas.microsoft.com/office/powerpoint/2010/main" val="29781757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itle - Kende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Placeholder 10">
            <a:extLst>
              <a:ext uri="{FF2B5EF4-FFF2-40B4-BE49-F238E27FC236}">
                <a16:creationId xmlns:a16="http://schemas.microsoft.com/office/drawing/2014/main" id="{0A5E07F1-324A-EAB5-7F55-AEE3D6891391}"/>
              </a:ext>
            </a:extLst>
          </p:cNvPr>
          <p:cNvSpPr>
            <a:spLocks noGrp="1"/>
          </p:cNvSpPr>
          <p:nvPr>
            <p:ph type="title"/>
          </p:nvPr>
        </p:nvSpPr>
        <p:spPr>
          <a:xfrm>
            <a:off x="2447108" y="1846217"/>
            <a:ext cx="8906692" cy="2595153"/>
          </a:xfrm>
          <a:prstGeom prst="rect">
            <a:avLst/>
          </a:prstGeom>
        </p:spPr>
        <p:txBody>
          <a:bodyPr vert="horz" lIns="91440" tIns="45720" rIns="91440" bIns="45720" rtlCol="0" anchor="ctr">
            <a:normAutofit/>
          </a:bodyPr>
          <a:lstStyle/>
          <a:p>
            <a:r>
              <a:rPr lang="en-US"/>
              <a:t>Click to edit </a:t>
            </a:r>
            <a:br>
              <a:rPr lang="en-US"/>
            </a:br>
            <a:r>
              <a:rPr lang="en-US"/>
              <a:t>Master title style</a:t>
            </a:r>
          </a:p>
        </p:txBody>
      </p:sp>
      <p:sp>
        <p:nvSpPr>
          <p:cNvPr id="4" name="Text Placeholder 11">
            <a:extLst>
              <a:ext uri="{FF2B5EF4-FFF2-40B4-BE49-F238E27FC236}">
                <a16:creationId xmlns:a16="http://schemas.microsoft.com/office/drawing/2014/main" id="{3D3E42BF-71A1-25AD-433E-81802107BFA8}"/>
              </a:ext>
            </a:extLst>
          </p:cNvPr>
          <p:cNvSpPr>
            <a:spLocks noGrp="1"/>
          </p:cNvSpPr>
          <p:nvPr>
            <p:ph idx="1"/>
          </p:nvPr>
        </p:nvSpPr>
        <p:spPr>
          <a:xfrm>
            <a:off x="2447108" y="4441370"/>
            <a:ext cx="8906692" cy="625930"/>
          </a:xfrm>
          <a:prstGeom prst="rect">
            <a:avLst/>
          </a:prstGeom>
        </p:spPr>
        <p:txBody>
          <a:bodyPr vert="horz" lIns="91440" tIns="45720" rIns="91440" bIns="45720" rtlCol="0">
            <a:normAutofit/>
          </a:bodyPr>
          <a:lstStyle>
            <a:lvl1pPr>
              <a:defRPr>
                <a:solidFill>
                  <a:schemeClr val="tx1"/>
                </a:solidFill>
              </a:defRPr>
            </a:lvl1pPr>
          </a:lstStyle>
          <a:p>
            <a:r>
              <a:rPr lang="en-US"/>
              <a:t>Click to edit Master subtitle style</a:t>
            </a:r>
          </a:p>
        </p:txBody>
      </p:sp>
    </p:spTree>
    <p:extLst>
      <p:ext uri="{BB962C8B-B14F-4D97-AF65-F5344CB8AC3E}">
        <p14:creationId xmlns:p14="http://schemas.microsoft.com/office/powerpoint/2010/main" val="5384023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le - Wrec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Placeholder 10">
            <a:extLst>
              <a:ext uri="{FF2B5EF4-FFF2-40B4-BE49-F238E27FC236}">
                <a16:creationId xmlns:a16="http://schemas.microsoft.com/office/drawing/2014/main" id="{877FD755-E0C4-6855-6104-473A50AFAC03}"/>
              </a:ext>
            </a:extLst>
          </p:cNvPr>
          <p:cNvSpPr>
            <a:spLocks noGrp="1"/>
          </p:cNvSpPr>
          <p:nvPr>
            <p:ph type="title"/>
          </p:nvPr>
        </p:nvSpPr>
        <p:spPr>
          <a:xfrm>
            <a:off x="2447108" y="1846217"/>
            <a:ext cx="8906692" cy="2595153"/>
          </a:xfrm>
          <a:prstGeom prst="rect">
            <a:avLst/>
          </a:prstGeom>
        </p:spPr>
        <p:txBody>
          <a:bodyPr vert="horz" lIns="91440" tIns="45720" rIns="91440" bIns="45720" rtlCol="0" anchor="ctr">
            <a:normAutofit/>
          </a:bodyPr>
          <a:lstStyle/>
          <a:p>
            <a:r>
              <a:rPr lang="en-US"/>
              <a:t>Click to edit </a:t>
            </a:r>
            <a:br>
              <a:rPr lang="en-US"/>
            </a:br>
            <a:r>
              <a:rPr lang="en-US"/>
              <a:t>Master title style</a:t>
            </a:r>
          </a:p>
        </p:txBody>
      </p:sp>
      <p:sp>
        <p:nvSpPr>
          <p:cNvPr id="4" name="Text Placeholder 11">
            <a:extLst>
              <a:ext uri="{FF2B5EF4-FFF2-40B4-BE49-F238E27FC236}">
                <a16:creationId xmlns:a16="http://schemas.microsoft.com/office/drawing/2014/main" id="{899459AD-2E3D-84AE-9D0B-4E11607C46DC}"/>
              </a:ext>
            </a:extLst>
          </p:cNvPr>
          <p:cNvSpPr>
            <a:spLocks noGrp="1"/>
          </p:cNvSpPr>
          <p:nvPr>
            <p:ph idx="1"/>
          </p:nvPr>
        </p:nvSpPr>
        <p:spPr>
          <a:xfrm>
            <a:off x="2447108" y="4441370"/>
            <a:ext cx="8906692" cy="625930"/>
          </a:xfrm>
          <a:prstGeom prst="rect">
            <a:avLst/>
          </a:prstGeom>
        </p:spPr>
        <p:txBody>
          <a:bodyPr vert="horz" lIns="91440" tIns="45720" rIns="91440" bIns="45720" rtlCol="0">
            <a:normAutofit/>
          </a:bodyPr>
          <a:lstStyle>
            <a:lvl1pPr>
              <a:defRPr>
                <a:solidFill>
                  <a:schemeClr val="tx1"/>
                </a:solidFill>
              </a:defRPr>
            </a:lvl1pPr>
          </a:lstStyle>
          <a:p>
            <a:r>
              <a:rPr lang="en-US"/>
              <a:t>Click to edit Master subtitle style</a:t>
            </a:r>
          </a:p>
        </p:txBody>
      </p:sp>
    </p:spTree>
    <p:extLst>
      <p:ext uri="{BB962C8B-B14F-4D97-AF65-F5344CB8AC3E}">
        <p14:creationId xmlns:p14="http://schemas.microsoft.com/office/powerpoint/2010/main" val="27673912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s - Plai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0">
            <a:extLst>
              <a:ext uri="{FF2B5EF4-FFF2-40B4-BE49-F238E27FC236}">
                <a16:creationId xmlns:a16="http://schemas.microsoft.com/office/drawing/2014/main" id="{5FCBB805-91EF-D0F1-B5CA-BCA3290EA431}"/>
              </a:ext>
            </a:extLst>
          </p:cNvPr>
          <p:cNvSpPr>
            <a:spLocks noGrp="1"/>
          </p:cNvSpPr>
          <p:nvPr>
            <p:ph type="title"/>
          </p:nvPr>
        </p:nvSpPr>
        <p:spPr>
          <a:xfrm>
            <a:off x="1642654" y="1948985"/>
            <a:ext cx="8906692" cy="2960028"/>
          </a:xfrm>
          <a:prstGeom prst="rect">
            <a:avLst/>
          </a:prstGeom>
        </p:spPr>
        <p:txBody>
          <a:bodyPr vert="horz" lIns="91440" tIns="45720" rIns="91440" bIns="45720" rtlCol="0" anchor="ctr">
            <a:normAutofit/>
          </a:bodyPr>
          <a:lstStyle/>
          <a:p>
            <a:r>
              <a:rPr lang="en-US"/>
              <a:t>Click to edit </a:t>
            </a:r>
            <a:br>
              <a:rPr lang="en-US"/>
            </a:br>
            <a:r>
              <a:rPr lang="en-US"/>
              <a:t>Master title style</a:t>
            </a:r>
          </a:p>
        </p:txBody>
      </p:sp>
    </p:spTree>
    <p:extLst>
      <p:ext uri="{BB962C8B-B14F-4D97-AF65-F5344CB8AC3E}">
        <p14:creationId xmlns:p14="http://schemas.microsoft.com/office/powerpoint/2010/main" val="42813725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s - Kende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0">
            <a:extLst>
              <a:ext uri="{FF2B5EF4-FFF2-40B4-BE49-F238E27FC236}">
                <a16:creationId xmlns:a16="http://schemas.microsoft.com/office/drawing/2014/main" id="{28D4045A-E327-4892-6A89-6CBE5583D417}"/>
              </a:ext>
            </a:extLst>
          </p:cNvPr>
          <p:cNvSpPr>
            <a:spLocks noGrp="1"/>
          </p:cNvSpPr>
          <p:nvPr>
            <p:ph type="title"/>
          </p:nvPr>
        </p:nvSpPr>
        <p:spPr>
          <a:xfrm>
            <a:off x="1642654" y="1948985"/>
            <a:ext cx="8906692" cy="2960028"/>
          </a:xfrm>
          <a:prstGeom prst="rect">
            <a:avLst/>
          </a:prstGeom>
        </p:spPr>
        <p:txBody>
          <a:bodyPr vert="horz" lIns="91440" tIns="45720" rIns="91440" bIns="45720" rtlCol="0" anchor="ctr">
            <a:normAutofit/>
          </a:bodyPr>
          <a:lstStyle/>
          <a:p>
            <a:r>
              <a:rPr lang="en-US"/>
              <a:t>Click to edit </a:t>
            </a:r>
            <a:br>
              <a:rPr lang="en-US"/>
            </a:br>
            <a:r>
              <a:rPr lang="en-US"/>
              <a:t>Master title style</a:t>
            </a:r>
          </a:p>
        </p:txBody>
      </p:sp>
    </p:spTree>
    <p:extLst>
      <p:ext uri="{BB962C8B-B14F-4D97-AF65-F5344CB8AC3E}">
        <p14:creationId xmlns:p14="http://schemas.microsoft.com/office/powerpoint/2010/main" val="13667975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s - Tech Tow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0">
            <a:extLst>
              <a:ext uri="{FF2B5EF4-FFF2-40B4-BE49-F238E27FC236}">
                <a16:creationId xmlns:a16="http://schemas.microsoft.com/office/drawing/2014/main" id="{6B75A76D-59A5-A55D-8427-D310560791ED}"/>
              </a:ext>
            </a:extLst>
          </p:cNvPr>
          <p:cNvSpPr>
            <a:spLocks noGrp="1"/>
          </p:cNvSpPr>
          <p:nvPr>
            <p:ph type="title"/>
          </p:nvPr>
        </p:nvSpPr>
        <p:spPr>
          <a:xfrm>
            <a:off x="1642654" y="1948985"/>
            <a:ext cx="8906692" cy="2960028"/>
          </a:xfrm>
          <a:prstGeom prst="rect">
            <a:avLst/>
          </a:prstGeom>
        </p:spPr>
        <p:txBody>
          <a:bodyPr vert="horz" lIns="91440" tIns="45720" rIns="91440" bIns="45720" rtlCol="0" anchor="ctr">
            <a:normAutofit/>
          </a:bodyPr>
          <a:lstStyle/>
          <a:p>
            <a:r>
              <a:rPr lang="en-US"/>
              <a:t>Click to edit </a:t>
            </a:r>
            <a:br>
              <a:rPr lang="en-US"/>
            </a:br>
            <a:r>
              <a:rPr lang="en-US"/>
              <a:t>Master title style</a:t>
            </a:r>
          </a:p>
        </p:txBody>
      </p:sp>
    </p:spTree>
    <p:extLst>
      <p:ext uri="{BB962C8B-B14F-4D97-AF65-F5344CB8AC3E}">
        <p14:creationId xmlns:p14="http://schemas.microsoft.com/office/powerpoint/2010/main" val="7816243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s - Wrec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0">
            <a:extLst>
              <a:ext uri="{FF2B5EF4-FFF2-40B4-BE49-F238E27FC236}">
                <a16:creationId xmlns:a16="http://schemas.microsoft.com/office/drawing/2014/main" id="{E3126A54-2183-1E0F-7A09-1B69C88EFBF2}"/>
              </a:ext>
            </a:extLst>
          </p:cNvPr>
          <p:cNvSpPr>
            <a:spLocks noGrp="1"/>
          </p:cNvSpPr>
          <p:nvPr>
            <p:ph type="title"/>
          </p:nvPr>
        </p:nvSpPr>
        <p:spPr>
          <a:xfrm>
            <a:off x="1642654" y="1948985"/>
            <a:ext cx="8906692" cy="2960028"/>
          </a:xfrm>
          <a:prstGeom prst="rect">
            <a:avLst/>
          </a:prstGeom>
        </p:spPr>
        <p:txBody>
          <a:bodyPr vert="horz" lIns="91440" tIns="45720" rIns="91440" bIns="45720" rtlCol="0" anchor="ctr">
            <a:normAutofit/>
          </a:bodyPr>
          <a:lstStyle/>
          <a:p>
            <a:r>
              <a:rPr lang="en-US"/>
              <a:t>Click to edit </a:t>
            </a:r>
            <a:br>
              <a:rPr lang="en-US"/>
            </a:br>
            <a:r>
              <a:rPr lang="en-US"/>
              <a:t>Master title style</a:t>
            </a:r>
          </a:p>
        </p:txBody>
      </p:sp>
    </p:spTree>
    <p:extLst>
      <p:ext uri="{BB962C8B-B14F-4D97-AF65-F5344CB8AC3E}">
        <p14:creationId xmlns:p14="http://schemas.microsoft.com/office/powerpoint/2010/main" val="16806866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BFBEFA-1B24-BD40-967B-224093822B35}"/>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128C1E-32D8-CF48-A92C-E6AC112D0D06}"/>
              </a:ext>
            </a:extLst>
          </p:cNvPr>
          <p:cNvSpPr>
            <a:spLocks noGrp="1"/>
          </p:cNvSpPr>
          <p:nvPr>
            <p:ph type="dt" sz="half" idx="10"/>
          </p:nvPr>
        </p:nvSpPr>
        <p:spPr/>
        <p:txBody>
          <a:bodyPr/>
          <a:lstStyle/>
          <a:p>
            <a:fld id="{016554A5-B4DD-7045-B047-B7DA6D1E70A4}" type="datetimeFigureOut">
              <a:rPr lang="en-US" smtClean="0"/>
              <a:t>10/11/2026</a:t>
            </a:fld>
            <a:endParaRPr lang="en-US"/>
          </a:p>
        </p:txBody>
      </p:sp>
      <p:sp>
        <p:nvSpPr>
          <p:cNvPr id="6" name="Slide Number Placeholder 5">
            <a:extLst>
              <a:ext uri="{FF2B5EF4-FFF2-40B4-BE49-F238E27FC236}">
                <a16:creationId xmlns:a16="http://schemas.microsoft.com/office/drawing/2014/main" id="{4F2FBA1A-F7CC-514B-BEB5-104BA2E09E1E}"/>
              </a:ext>
            </a:extLst>
          </p:cNvPr>
          <p:cNvSpPr>
            <a:spLocks noGrp="1"/>
          </p:cNvSpPr>
          <p:nvPr>
            <p:ph type="sldNum" sz="quarter" idx="12"/>
          </p:nvPr>
        </p:nvSpPr>
        <p:spPr/>
        <p:txBody>
          <a:bodyPr/>
          <a:lstStyle/>
          <a:p>
            <a:fld id="{AE678206-0642-9F48-9727-6B519CB285FA}" type="slidenum">
              <a:rPr lang="en-US" smtClean="0"/>
              <a:t>‹#›</a:t>
            </a:fld>
            <a:endParaRPr lang="en-US"/>
          </a:p>
        </p:txBody>
      </p:sp>
      <p:sp>
        <p:nvSpPr>
          <p:cNvPr id="7" name="Title Placeholder 1">
            <a:extLst>
              <a:ext uri="{FF2B5EF4-FFF2-40B4-BE49-F238E27FC236}">
                <a16:creationId xmlns:a16="http://schemas.microsoft.com/office/drawing/2014/main" id="{D1CD0E1A-EFF5-9943-8AA6-521A2B23E647}"/>
              </a:ext>
            </a:extLst>
          </p:cNvPr>
          <p:cNvSpPr>
            <a:spLocks noGrp="1"/>
          </p:cNvSpPr>
          <p:nvPr>
            <p:ph type="title"/>
          </p:nvPr>
        </p:nvSpPr>
        <p:spPr>
          <a:xfrm>
            <a:off x="381000" y="200722"/>
            <a:ext cx="11430000" cy="1014761"/>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5715059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B768D-628B-BB40-BEE5-32E27182F2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4DA323E-BF1A-8C44-9650-0F8A4E12DCC0}"/>
              </a:ext>
            </a:extLst>
          </p:cNvPr>
          <p:cNvSpPr>
            <a:spLocks noGrp="1"/>
          </p:cNvSpPr>
          <p:nvPr>
            <p:ph sz="half" idx="1"/>
          </p:nvPr>
        </p:nvSpPr>
        <p:spPr>
          <a:xfrm>
            <a:off x="379048" y="1215483"/>
            <a:ext cx="5615353" cy="422565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71EEF26-478D-684B-BFF1-D8FD9BE7D5F9}"/>
              </a:ext>
            </a:extLst>
          </p:cNvPr>
          <p:cNvSpPr>
            <a:spLocks noGrp="1"/>
          </p:cNvSpPr>
          <p:nvPr>
            <p:ph sz="half" idx="2"/>
          </p:nvPr>
        </p:nvSpPr>
        <p:spPr>
          <a:xfrm>
            <a:off x="6197600" y="1215483"/>
            <a:ext cx="5613400" cy="422565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5ABF72E-E074-E741-8514-3417AC9D80AB}"/>
              </a:ext>
            </a:extLst>
          </p:cNvPr>
          <p:cNvSpPr>
            <a:spLocks noGrp="1"/>
          </p:cNvSpPr>
          <p:nvPr>
            <p:ph type="dt" sz="half" idx="10"/>
          </p:nvPr>
        </p:nvSpPr>
        <p:spPr/>
        <p:txBody>
          <a:bodyPr/>
          <a:lstStyle/>
          <a:p>
            <a:fld id="{016554A5-B4DD-7045-B047-B7DA6D1E70A4}" type="datetimeFigureOut">
              <a:rPr lang="en-US" smtClean="0"/>
              <a:t>10/11/2026</a:t>
            </a:fld>
            <a:endParaRPr lang="en-US"/>
          </a:p>
        </p:txBody>
      </p:sp>
      <p:sp>
        <p:nvSpPr>
          <p:cNvPr id="7" name="Slide Number Placeholder 6">
            <a:extLst>
              <a:ext uri="{FF2B5EF4-FFF2-40B4-BE49-F238E27FC236}">
                <a16:creationId xmlns:a16="http://schemas.microsoft.com/office/drawing/2014/main" id="{CB44C3EF-E136-164D-954C-112EADD99ADD}"/>
              </a:ext>
            </a:extLst>
          </p:cNvPr>
          <p:cNvSpPr>
            <a:spLocks noGrp="1"/>
          </p:cNvSpPr>
          <p:nvPr>
            <p:ph type="sldNum" sz="quarter" idx="12"/>
          </p:nvPr>
        </p:nvSpPr>
        <p:spPr/>
        <p:txBody>
          <a:bodyPr/>
          <a:lstStyle/>
          <a:p>
            <a:fld id="{AE678206-0642-9F48-9727-6B519CB285FA}" type="slidenum">
              <a:rPr lang="en-US" smtClean="0"/>
              <a:t>‹#›</a:t>
            </a:fld>
            <a:endParaRPr lang="en-US"/>
          </a:p>
        </p:txBody>
      </p:sp>
    </p:spTree>
    <p:extLst>
      <p:ext uri="{BB962C8B-B14F-4D97-AF65-F5344CB8AC3E}">
        <p14:creationId xmlns:p14="http://schemas.microsoft.com/office/powerpoint/2010/main" val="6612988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E310077-12D2-2D4D-8F51-D9CB6B044F9B}"/>
              </a:ext>
            </a:extLst>
          </p:cNvPr>
          <p:cNvSpPr>
            <a:spLocks noGrp="1"/>
          </p:cNvSpPr>
          <p:nvPr>
            <p:ph type="body" idx="1"/>
          </p:nvPr>
        </p:nvSpPr>
        <p:spPr>
          <a:xfrm>
            <a:off x="381001" y="1235113"/>
            <a:ext cx="561763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E0DF7D1-4D77-4C46-B579-F5861C7459AC}"/>
              </a:ext>
            </a:extLst>
          </p:cNvPr>
          <p:cNvSpPr>
            <a:spLocks noGrp="1"/>
          </p:cNvSpPr>
          <p:nvPr>
            <p:ph sz="half" idx="2"/>
          </p:nvPr>
        </p:nvSpPr>
        <p:spPr>
          <a:xfrm>
            <a:off x="381001" y="2078658"/>
            <a:ext cx="5617633" cy="336247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A19A1FD-16BD-7B41-8D0F-269780D1BBDC}"/>
              </a:ext>
            </a:extLst>
          </p:cNvPr>
          <p:cNvSpPr>
            <a:spLocks noGrp="1"/>
          </p:cNvSpPr>
          <p:nvPr>
            <p:ph type="body" sz="quarter" idx="3"/>
          </p:nvPr>
        </p:nvSpPr>
        <p:spPr>
          <a:xfrm>
            <a:off x="6172200" y="1235113"/>
            <a:ext cx="56388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7FBAF2E0-F5E8-3946-89DE-62BFD441B2F1}"/>
              </a:ext>
            </a:extLst>
          </p:cNvPr>
          <p:cNvSpPr>
            <a:spLocks noGrp="1"/>
          </p:cNvSpPr>
          <p:nvPr>
            <p:ph sz="quarter" idx="4"/>
          </p:nvPr>
        </p:nvSpPr>
        <p:spPr>
          <a:xfrm>
            <a:off x="6172200" y="2078658"/>
            <a:ext cx="5638800" cy="336247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F5BD322-BC93-4244-92C5-7651A7979906}"/>
              </a:ext>
            </a:extLst>
          </p:cNvPr>
          <p:cNvSpPr>
            <a:spLocks noGrp="1"/>
          </p:cNvSpPr>
          <p:nvPr>
            <p:ph type="dt" sz="half" idx="10"/>
          </p:nvPr>
        </p:nvSpPr>
        <p:spPr/>
        <p:txBody>
          <a:bodyPr/>
          <a:lstStyle/>
          <a:p>
            <a:fld id="{016554A5-B4DD-7045-B047-B7DA6D1E70A4}" type="datetimeFigureOut">
              <a:rPr lang="en-US" smtClean="0"/>
              <a:t>10/11/2026</a:t>
            </a:fld>
            <a:endParaRPr lang="en-US"/>
          </a:p>
        </p:txBody>
      </p:sp>
      <p:sp>
        <p:nvSpPr>
          <p:cNvPr id="9" name="Slide Number Placeholder 8">
            <a:extLst>
              <a:ext uri="{FF2B5EF4-FFF2-40B4-BE49-F238E27FC236}">
                <a16:creationId xmlns:a16="http://schemas.microsoft.com/office/drawing/2014/main" id="{E03D151B-D611-8446-9323-A31F43088641}"/>
              </a:ext>
            </a:extLst>
          </p:cNvPr>
          <p:cNvSpPr>
            <a:spLocks noGrp="1"/>
          </p:cNvSpPr>
          <p:nvPr>
            <p:ph type="sldNum" sz="quarter" idx="12"/>
          </p:nvPr>
        </p:nvSpPr>
        <p:spPr/>
        <p:txBody>
          <a:bodyPr/>
          <a:lstStyle/>
          <a:p>
            <a:fld id="{AE678206-0642-9F48-9727-6B519CB285FA}" type="slidenum">
              <a:rPr lang="en-US" smtClean="0"/>
              <a:t>‹#›</a:t>
            </a:fld>
            <a:endParaRPr lang="en-US"/>
          </a:p>
        </p:txBody>
      </p:sp>
      <p:sp>
        <p:nvSpPr>
          <p:cNvPr id="10" name="Title Placeholder 1">
            <a:extLst>
              <a:ext uri="{FF2B5EF4-FFF2-40B4-BE49-F238E27FC236}">
                <a16:creationId xmlns:a16="http://schemas.microsoft.com/office/drawing/2014/main" id="{419FCA3D-219A-9547-A7A7-4EB9BE7DD721}"/>
              </a:ext>
            </a:extLst>
          </p:cNvPr>
          <p:cNvSpPr>
            <a:spLocks noGrp="1"/>
          </p:cNvSpPr>
          <p:nvPr>
            <p:ph type="title"/>
          </p:nvPr>
        </p:nvSpPr>
        <p:spPr>
          <a:xfrm>
            <a:off x="381000" y="200722"/>
            <a:ext cx="11430000" cy="1014761"/>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120460951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Gallery">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DF5BD322-BC93-4244-92C5-7651A7979906}"/>
              </a:ext>
            </a:extLst>
          </p:cNvPr>
          <p:cNvSpPr>
            <a:spLocks noGrp="1"/>
          </p:cNvSpPr>
          <p:nvPr>
            <p:ph type="dt" sz="half" idx="10"/>
          </p:nvPr>
        </p:nvSpPr>
        <p:spPr/>
        <p:txBody>
          <a:bodyPr/>
          <a:lstStyle/>
          <a:p>
            <a:fld id="{016554A5-B4DD-7045-B047-B7DA6D1E70A4}" type="datetimeFigureOut">
              <a:rPr lang="en-US" smtClean="0"/>
              <a:t>10/11/2026</a:t>
            </a:fld>
            <a:endParaRPr lang="en-US"/>
          </a:p>
        </p:txBody>
      </p:sp>
      <p:sp>
        <p:nvSpPr>
          <p:cNvPr id="9" name="Slide Number Placeholder 8">
            <a:extLst>
              <a:ext uri="{FF2B5EF4-FFF2-40B4-BE49-F238E27FC236}">
                <a16:creationId xmlns:a16="http://schemas.microsoft.com/office/drawing/2014/main" id="{E03D151B-D611-8446-9323-A31F43088641}"/>
              </a:ext>
            </a:extLst>
          </p:cNvPr>
          <p:cNvSpPr>
            <a:spLocks noGrp="1"/>
          </p:cNvSpPr>
          <p:nvPr>
            <p:ph type="sldNum" sz="quarter" idx="12"/>
          </p:nvPr>
        </p:nvSpPr>
        <p:spPr/>
        <p:txBody>
          <a:bodyPr/>
          <a:lstStyle/>
          <a:p>
            <a:fld id="{AE678206-0642-9F48-9727-6B519CB285FA}" type="slidenum">
              <a:rPr lang="en-US" smtClean="0"/>
              <a:t>‹#›</a:t>
            </a:fld>
            <a:endParaRPr lang="en-US"/>
          </a:p>
        </p:txBody>
      </p:sp>
      <p:sp>
        <p:nvSpPr>
          <p:cNvPr id="10" name="Title Placeholder 1">
            <a:extLst>
              <a:ext uri="{FF2B5EF4-FFF2-40B4-BE49-F238E27FC236}">
                <a16:creationId xmlns:a16="http://schemas.microsoft.com/office/drawing/2014/main" id="{419FCA3D-219A-9547-A7A7-4EB9BE7DD721}"/>
              </a:ext>
            </a:extLst>
          </p:cNvPr>
          <p:cNvSpPr>
            <a:spLocks noGrp="1"/>
          </p:cNvSpPr>
          <p:nvPr>
            <p:ph type="title"/>
          </p:nvPr>
        </p:nvSpPr>
        <p:spPr>
          <a:xfrm>
            <a:off x="381000" y="200722"/>
            <a:ext cx="11430000" cy="1014761"/>
          </a:xfrm>
          <a:prstGeom prst="rect">
            <a:avLst/>
          </a:prstGeom>
        </p:spPr>
        <p:txBody>
          <a:bodyPr vert="horz" lIns="91440" tIns="45720" rIns="91440" bIns="45720" rtlCol="0" anchor="ctr">
            <a:normAutofit/>
          </a:bodyPr>
          <a:lstStyle/>
          <a:p>
            <a:r>
              <a:rPr lang="en-US"/>
              <a:t>Click to edit Master title style</a:t>
            </a:r>
          </a:p>
        </p:txBody>
      </p:sp>
      <p:sp>
        <p:nvSpPr>
          <p:cNvPr id="3" name="Picture Placeholder 2">
            <a:extLst>
              <a:ext uri="{FF2B5EF4-FFF2-40B4-BE49-F238E27FC236}">
                <a16:creationId xmlns:a16="http://schemas.microsoft.com/office/drawing/2014/main" id="{7EB05746-5DE4-07B1-5611-4EEBAF38DE1E}"/>
              </a:ext>
            </a:extLst>
          </p:cNvPr>
          <p:cNvSpPr>
            <a:spLocks noGrp="1"/>
          </p:cNvSpPr>
          <p:nvPr>
            <p:ph type="pic" sz="quarter" idx="13"/>
          </p:nvPr>
        </p:nvSpPr>
        <p:spPr>
          <a:xfrm>
            <a:off x="381000" y="1425402"/>
            <a:ext cx="3074469" cy="2081855"/>
          </a:xfrm>
        </p:spPr>
        <p:txBody>
          <a:bodyPr/>
          <a:lstStyle/>
          <a:p>
            <a:endParaRPr lang="en-US"/>
          </a:p>
        </p:txBody>
      </p:sp>
      <p:sp>
        <p:nvSpPr>
          <p:cNvPr id="4" name="Picture Placeholder 2">
            <a:extLst>
              <a:ext uri="{FF2B5EF4-FFF2-40B4-BE49-F238E27FC236}">
                <a16:creationId xmlns:a16="http://schemas.microsoft.com/office/drawing/2014/main" id="{03F001E6-D6D1-A396-EE07-7790621213EA}"/>
              </a:ext>
            </a:extLst>
          </p:cNvPr>
          <p:cNvSpPr>
            <a:spLocks noGrp="1"/>
          </p:cNvSpPr>
          <p:nvPr>
            <p:ph type="pic" sz="quarter" idx="14"/>
          </p:nvPr>
        </p:nvSpPr>
        <p:spPr>
          <a:xfrm>
            <a:off x="3771394" y="1425402"/>
            <a:ext cx="3074469" cy="2081855"/>
          </a:xfrm>
        </p:spPr>
        <p:txBody>
          <a:bodyPr/>
          <a:lstStyle/>
          <a:p>
            <a:endParaRPr lang="en-US"/>
          </a:p>
        </p:txBody>
      </p:sp>
      <p:sp>
        <p:nvSpPr>
          <p:cNvPr id="5" name="Picture Placeholder 2">
            <a:extLst>
              <a:ext uri="{FF2B5EF4-FFF2-40B4-BE49-F238E27FC236}">
                <a16:creationId xmlns:a16="http://schemas.microsoft.com/office/drawing/2014/main" id="{02BD7855-1EA6-1102-5122-4BF617ED2DCB}"/>
              </a:ext>
            </a:extLst>
          </p:cNvPr>
          <p:cNvSpPr>
            <a:spLocks noGrp="1"/>
          </p:cNvSpPr>
          <p:nvPr>
            <p:ph type="pic" sz="quarter" idx="15"/>
          </p:nvPr>
        </p:nvSpPr>
        <p:spPr>
          <a:xfrm>
            <a:off x="7178140" y="1425402"/>
            <a:ext cx="3074469" cy="2081855"/>
          </a:xfrm>
        </p:spPr>
        <p:txBody>
          <a:bodyPr/>
          <a:lstStyle/>
          <a:p>
            <a:endParaRPr lang="en-US"/>
          </a:p>
        </p:txBody>
      </p:sp>
      <p:sp>
        <p:nvSpPr>
          <p:cNvPr id="6" name="Picture Placeholder 2">
            <a:extLst>
              <a:ext uri="{FF2B5EF4-FFF2-40B4-BE49-F238E27FC236}">
                <a16:creationId xmlns:a16="http://schemas.microsoft.com/office/drawing/2014/main" id="{93DB0072-B1E4-2B67-CD64-AFD0CADC50A0}"/>
              </a:ext>
            </a:extLst>
          </p:cNvPr>
          <p:cNvSpPr>
            <a:spLocks noGrp="1"/>
          </p:cNvSpPr>
          <p:nvPr>
            <p:ph type="pic" sz="quarter" idx="16"/>
          </p:nvPr>
        </p:nvSpPr>
        <p:spPr>
          <a:xfrm>
            <a:off x="381000" y="3772092"/>
            <a:ext cx="3074469" cy="2081855"/>
          </a:xfrm>
        </p:spPr>
        <p:txBody>
          <a:bodyPr/>
          <a:lstStyle/>
          <a:p>
            <a:endParaRPr lang="en-US"/>
          </a:p>
        </p:txBody>
      </p:sp>
      <p:sp>
        <p:nvSpPr>
          <p:cNvPr id="16" name="Picture Placeholder 2">
            <a:extLst>
              <a:ext uri="{FF2B5EF4-FFF2-40B4-BE49-F238E27FC236}">
                <a16:creationId xmlns:a16="http://schemas.microsoft.com/office/drawing/2014/main" id="{F12EFAB6-9D79-46A4-1400-FA689BD1831A}"/>
              </a:ext>
            </a:extLst>
          </p:cNvPr>
          <p:cNvSpPr>
            <a:spLocks noGrp="1"/>
          </p:cNvSpPr>
          <p:nvPr>
            <p:ph type="pic" sz="quarter" idx="17"/>
          </p:nvPr>
        </p:nvSpPr>
        <p:spPr>
          <a:xfrm>
            <a:off x="3771394" y="3772092"/>
            <a:ext cx="3074469" cy="2081855"/>
          </a:xfrm>
        </p:spPr>
        <p:txBody>
          <a:bodyPr/>
          <a:lstStyle/>
          <a:p>
            <a:endParaRPr lang="en-US"/>
          </a:p>
        </p:txBody>
      </p:sp>
      <p:sp>
        <p:nvSpPr>
          <p:cNvPr id="17" name="Picture Placeholder 2">
            <a:extLst>
              <a:ext uri="{FF2B5EF4-FFF2-40B4-BE49-F238E27FC236}">
                <a16:creationId xmlns:a16="http://schemas.microsoft.com/office/drawing/2014/main" id="{F8E2A34E-676C-226E-E8A6-42635E9CC189}"/>
              </a:ext>
            </a:extLst>
          </p:cNvPr>
          <p:cNvSpPr>
            <a:spLocks noGrp="1"/>
          </p:cNvSpPr>
          <p:nvPr>
            <p:ph type="pic" sz="quarter" idx="18"/>
          </p:nvPr>
        </p:nvSpPr>
        <p:spPr>
          <a:xfrm>
            <a:off x="7178140" y="3772092"/>
            <a:ext cx="3074469" cy="2081855"/>
          </a:xfrm>
        </p:spPr>
        <p:txBody>
          <a:bodyPr/>
          <a:lstStyle/>
          <a:p>
            <a:endParaRPr lang="en-US"/>
          </a:p>
        </p:txBody>
      </p:sp>
    </p:spTree>
    <p:extLst>
      <p:ext uri="{BB962C8B-B14F-4D97-AF65-F5344CB8AC3E}">
        <p14:creationId xmlns:p14="http://schemas.microsoft.com/office/powerpoint/2010/main" val="21826415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7AE419-AE08-F348-87A6-E9445B339E62}"/>
              </a:ext>
            </a:extLst>
          </p:cNvPr>
          <p:cNvSpPr>
            <a:spLocks noGrp="1"/>
          </p:cNvSpPr>
          <p:nvPr>
            <p:ph type="dt" sz="half" idx="10"/>
          </p:nvPr>
        </p:nvSpPr>
        <p:spPr/>
        <p:txBody>
          <a:bodyPr/>
          <a:lstStyle/>
          <a:p>
            <a:fld id="{016554A5-B4DD-7045-B047-B7DA6D1E70A4}" type="datetimeFigureOut">
              <a:rPr lang="en-US" smtClean="0"/>
              <a:t>10/11/2026</a:t>
            </a:fld>
            <a:endParaRPr lang="en-US"/>
          </a:p>
        </p:txBody>
      </p:sp>
      <p:sp>
        <p:nvSpPr>
          <p:cNvPr id="4" name="Slide Number Placeholder 3">
            <a:extLst>
              <a:ext uri="{FF2B5EF4-FFF2-40B4-BE49-F238E27FC236}">
                <a16:creationId xmlns:a16="http://schemas.microsoft.com/office/drawing/2014/main" id="{6D30AFCF-7504-9244-8529-F384A6BDB3AB}"/>
              </a:ext>
            </a:extLst>
          </p:cNvPr>
          <p:cNvSpPr>
            <a:spLocks noGrp="1"/>
          </p:cNvSpPr>
          <p:nvPr>
            <p:ph type="sldNum" sz="quarter" idx="12"/>
          </p:nvPr>
        </p:nvSpPr>
        <p:spPr/>
        <p:txBody>
          <a:bodyPr/>
          <a:lstStyle/>
          <a:p>
            <a:fld id="{AE678206-0642-9F48-9727-6B519CB285FA}" type="slidenum">
              <a:rPr lang="en-US" smtClean="0"/>
              <a:t>‹#›</a:t>
            </a:fld>
            <a:endParaRPr lang="en-US"/>
          </a:p>
        </p:txBody>
      </p:sp>
    </p:spTree>
    <p:extLst>
      <p:ext uri="{BB962C8B-B14F-4D97-AF65-F5344CB8AC3E}">
        <p14:creationId xmlns:p14="http://schemas.microsoft.com/office/powerpoint/2010/main" val="23905014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EC417-39B3-8947-8902-0153B5002093}"/>
              </a:ext>
            </a:extLst>
          </p:cNvPr>
          <p:cNvSpPr>
            <a:spLocks noGrp="1"/>
          </p:cNvSpPr>
          <p:nvPr>
            <p:ph type="title"/>
          </p:nvPr>
        </p:nvSpPr>
        <p:spPr>
          <a:xfrm>
            <a:off x="381001" y="457200"/>
            <a:ext cx="393276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790FAD0-D969-274E-8AC0-FC5A894FB3FE}"/>
              </a:ext>
            </a:extLst>
          </p:cNvPr>
          <p:cNvSpPr>
            <a:spLocks noGrp="1"/>
          </p:cNvSpPr>
          <p:nvPr>
            <p:ph idx="1"/>
          </p:nvPr>
        </p:nvSpPr>
        <p:spPr>
          <a:xfrm>
            <a:off x="4642338" y="457201"/>
            <a:ext cx="7168663" cy="54038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05FBC2C-9388-6049-AEF3-C1606676A7E6}"/>
              </a:ext>
            </a:extLst>
          </p:cNvPr>
          <p:cNvSpPr>
            <a:spLocks noGrp="1"/>
          </p:cNvSpPr>
          <p:nvPr>
            <p:ph type="body" sz="half" idx="2"/>
          </p:nvPr>
        </p:nvSpPr>
        <p:spPr>
          <a:xfrm>
            <a:off x="381001" y="2274849"/>
            <a:ext cx="3932767" cy="359413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AEA470E-5CA9-A545-B98E-1EFAA05E8BF1}"/>
              </a:ext>
            </a:extLst>
          </p:cNvPr>
          <p:cNvSpPr>
            <a:spLocks noGrp="1"/>
          </p:cNvSpPr>
          <p:nvPr>
            <p:ph type="dt" sz="half" idx="10"/>
          </p:nvPr>
        </p:nvSpPr>
        <p:spPr/>
        <p:txBody>
          <a:bodyPr/>
          <a:lstStyle/>
          <a:p>
            <a:fld id="{016554A5-B4DD-7045-B047-B7DA6D1E70A4}" type="datetimeFigureOut">
              <a:rPr lang="en-US" smtClean="0"/>
              <a:t>10/11/2026</a:t>
            </a:fld>
            <a:endParaRPr lang="en-US"/>
          </a:p>
        </p:txBody>
      </p:sp>
      <p:sp>
        <p:nvSpPr>
          <p:cNvPr id="7" name="Slide Number Placeholder 6">
            <a:extLst>
              <a:ext uri="{FF2B5EF4-FFF2-40B4-BE49-F238E27FC236}">
                <a16:creationId xmlns:a16="http://schemas.microsoft.com/office/drawing/2014/main" id="{68F5A757-8D62-3444-9BDB-1CB584B73545}"/>
              </a:ext>
            </a:extLst>
          </p:cNvPr>
          <p:cNvSpPr>
            <a:spLocks noGrp="1"/>
          </p:cNvSpPr>
          <p:nvPr>
            <p:ph type="sldNum" sz="quarter" idx="12"/>
          </p:nvPr>
        </p:nvSpPr>
        <p:spPr/>
        <p:txBody>
          <a:bodyPr/>
          <a:lstStyle/>
          <a:p>
            <a:fld id="{AE678206-0642-9F48-9727-6B519CB285FA}" type="slidenum">
              <a:rPr lang="en-US" smtClean="0"/>
              <a:t>‹#›</a:t>
            </a:fld>
            <a:endParaRPr lang="en-US"/>
          </a:p>
        </p:txBody>
      </p:sp>
    </p:spTree>
    <p:extLst>
      <p:ext uri="{BB962C8B-B14F-4D97-AF65-F5344CB8AC3E}">
        <p14:creationId xmlns:p14="http://schemas.microsoft.com/office/powerpoint/2010/main" val="40034916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8E57A-36CB-814D-B1A5-9012A244B555}"/>
              </a:ext>
            </a:extLst>
          </p:cNvPr>
          <p:cNvSpPr>
            <a:spLocks noGrp="1"/>
          </p:cNvSpPr>
          <p:nvPr>
            <p:ph type="title"/>
          </p:nvPr>
        </p:nvSpPr>
        <p:spPr>
          <a:xfrm>
            <a:off x="381001" y="457200"/>
            <a:ext cx="393276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D3259A3-587A-6D4A-AEF8-E4225996F750}"/>
              </a:ext>
            </a:extLst>
          </p:cNvPr>
          <p:cNvSpPr>
            <a:spLocks noGrp="1"/>
          </p:cNvSpPr>
          <p:nvPr>
            <p:ph type="pic" idx="1"/>
          </p:nvPr>
        </p:nvSpPr>
        <p:spPr>
          <a:xfrm>
            <a:off x="4614203" y="457201"/>
            <a:ext cx="7196798" cy="498393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4AC1918-55BE-A644-8FDC-9E18F9A994B4}"/>
              </a:ext>
            </a:extLst>
          </p:cNvPr>
          <p:cNvSpPr>
            <a:spLocks noGrp="1"/>
          </p:cNvSpPr>
          <p:nvPr>
            <p:ph type="body" sz="half" idx="2"/>
          </p:nvPr>
        </p:nvSpPr>
        <p:spPr>
          <a:xfrm>
            <a:off x="381001" y="2274850"/>
            <a:ext cx="3932767" cy="31662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B9DD8F2-DDA7-354F-9FEA-A07E773A64F1}"/>
              </a:ext>
            </a:extLst>
          </p:cNvPr>
          <p:cNvSpPr>
            <a:spLocks noGrp="1"/>
          </p:cNvSpPr>
          <p:nvPr>
            <p:ph type="dt" sz="half" idx="10"/>
          </p:nvPr>
        </p:nvSpPr>
        <p:spPr/>
        <p:txBody>
          <a:bodyPr/>
          <a:lstStyle/>
          <a:p>
            <a:fld id="{016554A5-B4DD-7045-B047-B7DA6D1E70A4}" type="datetimeFigureOut">
              <a:rPr lang="en-US" smtClean="0"/>
              <a:t>10/11/2026</a:t>
            </a:fld>
            <a:endParaRPr lang="en-US"/>
          </a:p>
        </p:txBody>
      </p:sp>
      <p:sp>
        <p:nvSpPr>
          <p:cNvPr id="7" name="Slide Number Placeholder 6">
            <a:extLst>
              <a:ext uri="{FF2B5EF4-FFF2-40B4-BE49-F238E27FC236}">
                <a16:creationId xmlns:a16="http://schemas.microsoft.com/office/drawing/2014/main" id="{4B3F2438-4A98-5A4C-9057-FC3F0CBCD520}"/>
              </a:ext>
            </a:extLst>
          </p:cNvPr>
          <p:cNvSpPr>
            <a:spLocks noGrp="1"/>
          </p:cNvSpPr>
          <p:nvPr>
            <p:ph type="sldNum" sz="quarter" idx="12"/>
          </p:nvPr>
        </p:nvSpPr>
        <p:spPr/>
        <p:txBody>
          <a:bodyPr/>
          <a:lstStyle/>
          <a:p>
            <a:fld id="{AE678206-0642-9F48-9727-6B519CB285FA}" type="slidenum">
              <a:rPr lang="en-US" smtClean="0"/>
              <a:t>‹#›</a:t>
            </a:fld>
            <a:endParaRPr lang="en-US"/>
          </a:p>
        </p:txBody>
      </p:sp>
    </p:spTree>
    <p:extLst>
      <p:ext uri="{BB962C8B-B14F-4D97-AF65-F5344CB8AC3E}">
        <p14:creationId xmlns:p14="http://schemas.microsoft.com/office/powerpoint/2010/main" val="10774504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har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7AD69-3205-BCCD-4E2D-E72B1D3B187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8E0D675-7591-9D83-10A1-2FEED657724E}"/>
              </a:ext>
            </a:extLst>
          </p:cNvPr>
          <p:cNvSpPr>
            <a:spLocks noGrp="1"/>
          </p:cNvSpPr>
          <p:nvPr>
            <p:ph type="dt" sz="half" idx="10"/>
          </p:nvPr>
        </p:nvSpPr>
        <p:spPr/>
        <p:txBody>
          <a:bodyPr/>
          <a:lstStyle/>
          <a:p>
            <a:fld id="{016554A5-B4DD-7045-B047-B7DA6D1E70A4}" type="datetimeFigureOut">
              <a:rPr lang="en-US" smtClean="0"/>
              <a:pPr/>
              <a:t>10/11/2026</a:t>
            </a:fld>
            <a:endParaRPr lang="en-US"/>
          </a:p>
        </p:txBody>
      </p:sp>
      <p:sp>
        <p:nvSpPr>
          <p:cNvPr id="4" name="Slide Number Placeholder 3">
            <a:extLst>
              <a:ext uri="{FF2B5EF4-FFF2-40B4-BE49-F238E27FC236}">
                <a16:creationId xmlns:a16="http://schemas.microsoft.com/office/drawing/2014/main" id="{56C7773C-2F41-C6E1-AAB5-9601AB572047}"/>
              </a:ext>
            </a:extLst>
          </p:cNvPr>
          <p:cNvSpPr>
            <a:spLocks noGrp="1"/>
          </p:cNvSpPr>
          <p:nvPr>
            <p:ph type="sldNum" sz="quarter" idx="11"/>
          </p:nvPr>
        </p:nvSpPr>
        <p:spPr/>
        <p:txBody>
          <a:bodyPr/>
          <a:lstStyle/>
          <a:p>
            <a:fld id="{AE678206-0642-9F48-9727-6B519CB285FA}" type="slidenum">
              <a:rPr lang="en-US" smtClean="0"/>
              <a:pPr/>
              <a:t>‹#›</a:t>
            </a:fld>
            <a:endParaRPr lang="en-US"/>
          </a:p>
        </p:txBody>
      </p:sp>
      <p:sp>
        <p:nvSpPr>
          <p:cNvPr id="6" name="Chart Placeholder 5">
            <a:extLst>
              <a:ext uri="{FF2B5EF4-FFF2-40B4-BE49-F238E27FC236}">
                <a16:creationId xmlns:a16="http://schemas.microsoft.com/office/drawing/2014/main" id="{A169B0B5-D05E-C4AE-458A-3F4627989B43}"/>
              </a:ext>
            </a:extLst>
          </p:cNvPr>
          <p:cNvSpPr>
            <a:spLocks noGrp="1"/>
          </p:cNvSpPr>
          <p:nvPr>
            <p:ph type="chart" sz="quarter" idx="12"/>
          </p:nvPr>
        </p:nvSpPr>
        <p:spPr>
          <a:xfrm>
            <a:off x="381000" y="1435100"/>
            <a:ext cx="7510463" cy="4572000"/>
          </a:xfrm>
        </p:spPr>
        <p:txBody>
          <a:bodyPr/>
          <a:lstStyle/>
          <a:p>
            <a:endParaRPr lang="en-US"/>
          </a:p>
        </p:txBody>
      </p:sp>
      <p:sp>
        <p:nvSpPr>
          <p:cNvPr id="8" name="Text Placeholder 7">
            <a:extLst>
              <a:ext uri="{FF2B5EF4-FFF2-40B4-BE49-F238E27FC236}">
                <a16:creationId xmlns:a16="http://schemas.microsoft.com/office/drawing/2014/main" id="{3AA2623B-F27F-1862-1049-4ADBDCD7601C}"/>
              </a:ext>
            </a:extLst>
          </p:cNvPr>
          <p:cNvSpPr>
            <a:spLocks noGrp="1"/>
          </p:cNvSpPr>
          <p:nvPr>
            <p:ph type="body" sz="quarter" idx="13"/>
          </p:nvPr>
        </p:nvSpPr>
        <p:spPr>
          <a:xfrm>
            <a:off x="8116888" y="1435100"/>
            <a:ext cx="3694112" cy="34178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23373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theme" Target="../theme/theme2.xml"/><Relationship Id="rId4"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5" Type="http://schemas.openxmlformats.org/officeDocument/2006/relationships/slideLayout" Target="../slideLayouts/slideLayout15.xml"/><Relationship Id="rId10" Type="http://schemas.openxmlformats.org/officeDocument/2006/relationships/image" Target="../media/image8.png"/><Relationship Id="rId4" Type="http://schemas.openxmlformats.org/officeDocument/2006/relationships/slideLayout" Target="../slideLayouts/slideLayout14.xml"/><Relationship Id="rId9"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8">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1C16630-5558-9114-4463-47E138DB6255}"/>
              </a:ext>
            </a:extLst>
          </p:cNvPr>
          <p:cNvSpPr txBox="1">
            <a:spLocks/>
          </p:cNvSpPr>
          <p:nvPr userDrawn="1"/>
        </p:nvSpPr>
        <p:spPr>
          <a:xfrm>
            <a:off x="2447108" y="1680753"/>
            <a:ext cx="8682445" cy="2760617"/>
          </a:xfrm>
          <a:prstGeom prst="rect">
            <a:avLst/>
          </a:prstGeom>
        </p:spPr>
        <p:txBody>
          <a:bodyPr anchor="ctr" anchorCtr="0">
            <a:normAutofit/>
          </a:bodyPr>
          <a:lstStyle>
            <a:lvl1pPr algn="l" defTabSz="342900" rtl="0" eaLnBrk="1" latinLnBrk="0" hangingPunct="1">
              <a:lnSpc>
                <a:spcPct val="100000"/>
              </a:lnSpc>
              <a:spcBef>
                <a:spcPct val="0"/>
              </a:spcBef>
              <a:buNone/>
              <a:defRPr sz="6000" b="1" i="0" kern="1200" cap="none" spc="0" baseline="0">
                <a:solidFill>
                  <a:srgbClr val="003057"/>
                </a:solidFill>
                <a:latin typeface="Roboto" panose="02000000000000000000" pitchFamily="2" charset="0"/>
                <a:ea typeface="Roboto" panose="02000000000000000000" pitchFamily="2" charset="0"/>
                <a:cs typeface="Roboto" panose="02000000000000000000" pitchFamily="2" charset="0"/>
              </a:defRPr>
            </a:lvl1pPr>
          </a:lstStyle>
          <a:p>
            <a:endParaRPr lang="en-US"/>
          </a:p>
        </p:txBody>
      </p:sp>
      <p:sp>
        <p:nvSpPr>
          <p:cNvPr id="11" name="Title Placeholder 10">
            <a:extLst>
              <a:ext uri="{FF2B5EF4-FFF2-40B4-BE49-F238E27FC236}">
                <a16:creationId xmlns:a16="http://schemas.microsoft.com/office/drawing/2014/main" id="{3552819F-CE1E-70EB-07B5-3B61D2578A1C}"/>
              </a:ext>
            </a:extLst>
          </p:cNvPr>
          <p:cNvSpPr>
            <a:spLocks noGrp="1"/>
          </p:cNvSpPr>
          <p:nvPr>
            <p:ph type="title"/>
          </p:nvPr>
        </p:nvSpPr>
        <p:spPr>
          <a:xfrm>
            <a:off x="2447108" y="1846217"/>
            <a:ext cx="8906692" cy="2595153"/>
          </a:xfrm>
          <a:prstGeom prst="rect">
            <a:avLst/>
          </a:prstGeom>
        </p:spPr>
        <p:txBody>
          <a:bodyPr vert="horz" lIns="91440" tIns="45720" rIns="91440" bIns="45720" rtlCol="0" anchor="ctr">
            <a:normAutofit/>
          </a:bodyPr>
          <a:lstStyle/>
          <a:p>
            <a:r>
              <a:rPr lang="en-US"/>
              <a:t>Click to edit </a:t>
            </a:r>
            <a:br>
              <a:rPr lang="en-US"/>
            </a:br>
            <a:r>
              <a:rPr lang="en-US"/>
              <a:t>Master title style</a:t>
            </a:r>
          </a:p>
        </p:txBody>
      </p:sp>
      <p:sp>
        <p:nvSpPr>
          <p:cNvPr id="12" name="Text Placeholder 11">
            <a:extLst>
              <a:ext uri="{FF2B5EF4-FFF2-40B4-BE49-F238E27FC236}">
                <a16:creationId xmlns:a16="http://schemas.microsoft.com/office/drawing/2014/main" id="{CBD913C0-CC86-E0C0-B503-69104064ECF7}"/>
              </a:ext>
            </a:extLst>
          </p:cNvPr>
          <p:cNvSpPr>
            <a:spLocks noGrp="1"/>
          </p:cNvSpPr>
          <p:nvPr>
            <p:ph type="body" idx="1"/>
          </p:nvPr>
        </p:nvSpPr>
        <p:spPr>
          <a:xfrm>
            <a:off x="2447108" y="4441370"/>
            <a:ext cx="8906692" cy="625930"/>
          </a:xfrm>
          <a:prstGeom prst="rect">
            <a:avLst/>
          </a:prstGeom>
        </p:spPr>
        <p:txBody>
          <a:bodyPr vert="horz" lIns="91440" tIns="45720" rIns="91440" bIns="45720" rtlCol="0">
            <a:normAutofit/>
          </a:bodyPr>
          <a:lstStyle/>
          <a:p>
            <a:r>
              <a:rPr lang="en-US"/>
              <a:t>Click to edit Master subtitle style</a:t>
            </a:r>
          </a:p>
        </p:txBody>
      </p:sp>
    </p:spTree>
    <p:extLst>
      <p:ext uri="{BB962C8B-B14F-4D97-AF65-F5344CB8AC3E}">
        <p14:creationId xmlns:p14="http://schemas.microsoft.com/office/powerpoint/2010/main" val="2336126548"/>
      </p:ext>
    </p:extLst>
  </p:cSld>
  <p:clrMap bg1="lt1" tx1="dk1" bg2="lt2" tx2="dk2" accent1="accent1" accent2="accent2" accent3="accent3" accent4="accent4" accent5="accent5" accent6="accent6" hlink="hlink" folHlink="folHlink"/>
  <p:sldLayoutIdLst>
    <p:sldLayoutId id="2147483696" r:id="rId1"/>
    <p:sldLayoutId id="2147483707" r:id="rId2"/>
    <p:sldLayoutId id="2147483703" r:id="rId3"/>
    <p:sldLayoutId id="2147483704" r:id="rId4"/>
    <p:sldLayoutId id="2147483705" r:id="rId5"/>
    <p:sldLayoutId id="2147483706" r:id="rId6"/>
  </p:sldLayoutIdLst>
  <p:txStyles>
    <p:titleStyle>
      <a:lvl1pPr algn="l" defTabSz="342900" rtl="0" eaLnBrk="1" latinLnBrk="0" hangingPunct="1">
        <a:spcBef>
          <a:spcPct val="0"/>
        </a:spcBef>
        <a:buNone/>
        <a:defRPr sz="6000" b="1" i="0" kern="1200">
          <a:solidFill>
            <a:schemeClr val="tx1"/>
          </a:solidFill>
          <a:latin typeface="Roboto" panose="02000000000000000000" pitchFamily="2" charset="0"/>
          <a:ea typeface="Roboto" panose="02000000000000000000" pitchFamily="2" charset="0"/>
          <a:cs typeface="Roboto" panose="02000000000000000000" pitchFamily="2" charset="0"/>
        </a:defRPr>
      </a:lvl1pPr>
    </p:titleStyle>
    <p:bodyStyle>
      <a:lvl1pPr marL="0" indent="0" algn="l" defTabSz="342900" rtl="0" eaLnBrk="1" latinLnBrk="0" hangingPunct="1">
        <a:spcBef>
          <a:spcPct val="20000"/>
        </a:spcBef>
        <a:buFont typeface="Arial"/>
        <a:buNone/>
        <a:defRPr sz="1800" kern="1200">
          <a:solidFill>
            <a:srgbClr val="B3A369"/>
          </a:solidFill>
          <a:latin typeface="+mn-lt"/>
          <a:ea typeface="+mn-ea"/>
          <a:cs typeface="+mn-cs"/>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6"/>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555A20D-930F-A185-C845-C95F4365004A}"/>
              </a:ext>
            </a:extLst>
          </p:cNvPr>
          <p:cNvSpPr txBox="1">
            <a:spLocks/>
          </p:cNvSpPr>
          <p:nvPr userDrawn="1"/>
        </p:nvSpPr>
        <p:spPr>
          <a:xfrm>
            <a:off x="1746069" y="2137954"/>
            <a:ext cx="8699862" cy="2582091"/>
          </a:xfrm>
          <a:prstGeom prst="rect">
            <a:avLst/>
          </a:prstGeom>
        </p:spPr>
        <p:txBody>
          <a:bodyPr anchor="ctr" anchorCtr="0">
            <a:normAutofit/>
          </a:bodyPr>
          <a:lstStyle>
            <a:lvl1pPr algn="ctr" defTabSz="342900" rtl="0" eaLnBrk="1" latinLnBrk="0" hangingPunct="1">
              <a:lnSpc>
                <a:spcPct val="100000"/>
              </a:lnSpc>
              <a:spcBef>
                <a:spcPct val="0"/>
              </a:spcBef>
              <a:buNone/>
              <a:defRPr sz="6000" b="1" i="0" kern="1200" cap="none" spc="0" baseline="0">
                <a:solidFill>
                  <a:srgbClr val="003057"/>
                </a:solidFill>
                <a:latin typeface="Roboto" panose="02000000000000000000" pitchFamily="2" charset="0"/>
                <a:ea typeface="Roboto" panose="02000000000000000000" pitchFamily="2" charset="0"/>
                <a:cs typeface="Roboto" panose="02000000000000000000" pitchFamily="2" charset="0"/>
              </a:defRPr>
            </a:lvl1pPr>
          </a:lstStyle>
          <a:p>
            <a:endParaRPr lang="en-US"/>
          </a:p>
        </p:txBody>
      </p:sp>
      <p:sp>
        <p:nvSpPr>
          <p:cNvPr id="4" name="Title Placeholder 10">
            <a:extLst>
              <a:ext uri="{FF2B5EF4-FFF2-40B4-BE49-F238E27FC236}">
                <a16:creationId xmlns:a16="http://schemas.microsoft.com/office/drawing/2014/main" id="{C83A85DD-FCD4-4A59-0F3C-B8F9FA03085F}"/>
              </a:ext>
            </a:extLst>
          </p:cNvPr>
          <p:cNvSpPr>
            <a:spLocks noGrp="1"/>
          </p:cNvSpPr>
          <p:nvPr>
            <p:ph type="title"/>
          </p:nvPr>
        </p:nvSpPr>
        <p:spPr>
          <a:xfrm>
            <a:off x="1642654" y="1948985"/>
            <a:ext cx="8906692" cy="2960028"/>
          </a:xfrm>
          <a:prstGeom prst="rect">
            <a:avLst/>
          </a:prstGeom>
        </p:spPr>
        <p:txBody>
          <a:bodyPr vert="horz" lIns="91440" tIns="45720" rIns="91440" bIns="45720" rtlCol="0" anchor="ctr">
            <a:normAutofit/>
          </a:bodyPr>
          <a:lstStyle/>
          <a:p>
            <a:r>
              <a:rPr lang="en-US"/>
              <a:t>Click to edit </a:t>
            </a:r>
            <a:br>
              <a:rPr lang="en-US"/>
            </a:br>
            <a:r>
              <a:rPr lang="en-US"/>
              <a:t>Master title style</a:t>
            </a:r>
          </a:p>
        </p:txBody>
      </p:sp>
    </p:spTree>
    <p:extLst>
      <p:ext uri="{BB962C8B-B14F-4D97-AF65-F5344CB8AC3E}">
        <p14:creationId xmlns:p14="http://schemas.microsoft.com/office/powerpoint/2010/main" val="4265836520"/>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Lst>
  <p:txStyles>
    <p:titleStyle>
      <a:lvl1pPr algn="ctr" defTabSz="342900" rtl="0" eaLnBrk="1" latinLnBrk="0" hangingPunct="1">
        <a:spcBef>
          <a:spcPct val="0"/>
        </a:spcBef>
        <a:buNone/>
        <a:defRPr sz="6000" b="1" i="0" kern="1200">
          <a:solidFill>
            <a:schemeClr val="tx1"/>
          </a:solidFill>
          <a:latin typeface="Roboto" panose="02000000000000000000" pitchFamily="2" charset="0"/>
          <a:ea typeface="Roboto" panose="02000000000000000000" pitchFamily="2" charset="0"/>
          <a:cs typeface="Roboto" panose="02000000000000000000" pitchFamily="2" charset="0"/>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mn-cs"/>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0">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6794E2-0939-7444-A82A-8BD5C7FA1DDC}"/>
              </a:ext>
            </a:extLst>
          </p:cNvPr>
          <p:cNvSpPr>
            <a:spLocks noGrp="1"/>
          </p:cNvSpPr>
          <p:nvPr>
            <p:ph type="title"/>
          </p:nvPr>
        </p:nvSpPr>
        <p:spPr>
          <a:xfrm>
            <a:off x="381000" y="200722"/>
            <a:ext cx="11430000" cy="1014761"/>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616A5F8-57A3-204B-9489-10B6EA097328}"/>
              </a:ext>
            </a:extLst>
          </p:cNvPr>
          <p:cNvSpPr>
            <a:spLocks noGrp="1"/>
          </p:cNvSpPr>
          <p:nvPr>
            <p:ph type="body" idx="1"/>
          </p:nvPr>
        </p:nvSpPr>
        <p:spPr>
          <a:xfrm>
            <a:off x="381000" y="1215485"/>
            <a:ext cx="11429999" cy="422565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B2C088-FD5F-6E47-B5E9-B42B8CA51A39}"/>
              </a:ext>
            </a:extLst>
          </p:cNvPr>
          <p:cNvSpPr>
            <a:spLocks noGrp="1"/>
          </p:cNvSpPr>
          <p:nvPr>
            <p:ph type="dt" sz="half" idx="2"/>
          </p:nvPr>
        </p:nvSpPr>
        <p:spPr>
          <a:xfrm>
            <a:off x="1408329" y="6182540"/>
            <a:ext cx="1546654" cy="365125"/>
          </a:xfrm>
          <a:prstGeom prst="rect">
            <a:avLst/>
          </a:prstGeom>
        </p:spPr>
        <p:txBody>
          <a:bodyPr vert="horz" lIns="91440" tIns="45720" rIns="91440" bIns="45720" rtlCol="0" anchor="ctr"/>
          <a:lstStyle>
            <a:lvl1pPr algn="l">
              <a:defRPr sz="1200">
                <a:solidFill>
                  <a:schemeClr val="tx1">
                    <a:tint val="75000"/>
                  </a:schemeClr>
                </a:solidFill>
                <a:latin typeface="Roboto" panose="02000000000000000000" pitchFamily="2" charset="0"/>
                <a:ea typeface="Roboto" panose="02000000000000000000" pitchFamily="2" charset="0"/>
                <a:cs typeface="Roboto" panose="02000000000000000000" pitchFamily="2" charset="0"/>
              </a:defRPr>
            </a:lvl1pPr>
          </a:lstStyle>
          <a:p>
            <a:fld id="{016554A5-B4DD-7045-B047-B7DA6D1E70A4}" type="datetimeFigureOut">
              <a:rPr lang="en-US" smtClean="0"/>
              <a:pPr/>
              <a:t>10/11/2026</a:t>
            </a:fld>
            <a:endParaRPr lang="en-US"/>
          </a:p>
        </p:txBody>
      </p:sp>
      <p:sp>
        <p:nvSpPr>
          <p:cNvPr id="6" name="Slide Number Placeholder 5">
            <a:extLst>
              <a:ext uri="{FF2B5EF4-FFF2-40B4-BE49-F238E27FC236}">
                <a16:creationId xmlns:a16="http://schemas.microsoft.com/office/drawing/2014/main" id="{AA9F842A-A21A-C542-88CC-30F0DD78DA6E}"/>
              </a:ext>
            </a:extLst>
          </p:cNvPr>
          <p:cNvSpPr>
            <a:spLocks noGrp="1"/>
          </p:cNvSpPr>
          <p:nvPr>
            <p:ph type="sldNum" sz="quarter" idx="4"/>
          </p:nvPr>
        </p:nvSpPr>
        <p:spPr>
          <a:xfrm>
            <a:off x="381000" y="6182540"/>
            <a:ext cx="916577" cy="365125"/>
          </a:xfrm>
          <a:prstGeom prst="rect">
            <a:avLst/>
          </a:prstGeom>
        </p:spPr>
        <p:txBody>
          <a:bodyPr vert="horz" lIns="91440" tIns="45720" rIns="91440" bIns="45720" rtlCol="0" anchor="ctr"/>
          <a:lstStyle>
            <a:lvl1pPr algn="l">
              <a:defRPr sz="1200">
                <a:solidFill>
                  <a:schemeClr val="tx1">
                    <a:tint val="75000"/>
                  </a:schemeClr>
                </a:solidFill>
                <a:latin typeface="Roboto" panose="02000000000000000000" pitchFamily="2" charset="0"/>
                <a:ea typeface="Roboto" panose="02000000000000000000" pitchFamily="2" charset="0"/>
                <a:cs typeface="Roboto" panose="02000000000000000000" pitchFamily="2" charset="0"/>
              </a:defRPr>
            </a:lvl1pPr>
          </a:lstStyle>
          <a:p>
            <a:fld id="{AE678206-0642-9F48-9727-6B519CB285FA}" type="slidenum">
              <a:rPr lang="en-US" smtClean="0"/>
              <a:pPr/>
              <a:t>‹#›</a:t>
            </a:fld>
            <a:endParaRPr lang="en-US"/>
          </a:p>
        </p:txBody>
      </p:sp>
    </p:spTree>
    <p:extLst>
      <p:ext uri="{BB962C8B-B14F-4D97-AF65-F5344CB8AC3E}">
        <p14:creationId xmlns:p14="http://schemas.microsoft.com/office/powerpoint/2010/main" val="2871032842"/>
      </p:ext>
    </p:extLst>
  </p:cSld>
  <p:clrMap bg1="lt1" tx1="dk1" bg2="lt2" tx2="dk2" accent1="accent1" accent2="accent2" accent3="accent3" accent4="accent4" accent5="accent5" accent6="accent6" hlink="hlink" folHlink="folHlink"/>
  <p:sldLayoutIdLst>
    <p:sldLayoutId id="2147483685" r:id="rId1"/>
    <p:sldLayoutId id="2147483687" r:id="rId2"/>
    <p:sldLayoutId id="2147483688" r:id="rId3"/>
    <p:sldLayoutId id="2147483693" r:id="rId4"/>
    <p:sldLayoutId id="2147483690" r:id="rId5"/>
    <p:sldLayoutId id="2147483691" r:id="rId6"/>
    <p:sldLayoutId id="2147483692" r:id="rId7"/>
    <p:sldLayoutId id="2147483694" r:id="rId8"/>
  </p:sldLayoutIdLst>
  <p:txStyles>
    <p:titleStyle>
      <a:lvl1pPr algn="l" defTabSz="914400" rtl="0" eaLnBrk="1" latinLnBrk="0" hangingPunct="1">
        <a:lnSpc>
          <a:spcPct val="90000"/>
        </a:lnSpc>
        <a:spcBef>
          <a:spcPct val="0"/>
        </a:spcBef>
        <a:buNone/>
        <a:defRPr sz="3600" b="1" i="0" kern="1200" baseline="0">
          <a:solidFill>
            <a:srgbClr val="A7934B"/>
          </a:solidFill>
          <a:latin typeface="Roboto" panose="02000000000000000000" pitchFamily="2" charset="0"/>
          <a:ea typeface="Roboto" panose="02000000000000000000" pitchFamily="2" charset="0"/>
          <a:cs typeface="Roboto" panose="0200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kern="1200">
          <a:solidFill>
            <a:srgbClr val="003057"/>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b="0" kern="1200">
          <a:solidFill>
            <a:srgbClr val="003057"/>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b="0" kern="1200">
          <a:solidFill>
            <a:srgbClr val="003057"/>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b="0" kern="1200">
          <a:solidFill>
            <a:srgbClr val="003057"/>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100" b="0" kern="1200">
          <a:solidFill>
            <a:srgbClr val="003057"/>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microsoft.com/office/2018/10/relationships/comments" Target="../comments/modernComment_135_62739B6E.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microsoft.com/office/2018/10/relationships/comments" Target="../comments/modernComment_147_A54A7B56.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microsoft.com/office/2018/10/relationships/comments" Target="../comments/modernComment_145_FD5E28C3.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microsoft.com/office/2018/10/relationships/comments" Target="../comments/modernComment_146_39B3AB59.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15.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svg"/><Relationship Id="rId1" Type="http://schemas.openxmlformats.org/officeDocument/2006/relationships/slideLayout" Target="../slideLayouts/slideLayout13.xml"/><Relationship Id="rId6" Type="http://schemas.openxmlformats.org/officeDocument/2006/relationships/image" Target="../media/image16.svg"/><Relationship Id="rId5" Type="http://schemas.openxmlformats.org/officeDocument/2006/relationships/image" Target="../media/image15.svg"/><Relationship Id="rId4" Type="http://schemas.openxmlformats.org/officeDocument/2006/relationships/image" Target="../media/image14.svg"/></Relationships>
</file>

<file path=ppt/slides/_rels/slide2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svg"/><Relationship Id="rId1" Type="http://schemas.openxmlformats.org/officeDocument/2006/relationships/slideLayout" Target="../slideLayouts/slideLayout13.xml"/><Relationship Id="rId5" Type="http://schemas.openxmlformats.org/officeDocument/2006/relationships/image" Target="../media/image21.svg"/><Relationship Id="rId4" Type="http://schemas.openxmlformats.org/officeDocument/2006/relationships/image" Target="../media/image20.sv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FACC4-8BA4-D145-6D28-7181D4BBF84B}"/>
              </a:ext>
            </a:extLst>
          </p:cNvPr>
          <p:cNvSpPr>
            <a:spLocks noGrp="1"/>
          </p:cNvSpPr>
          <p:nvPr>
            <p:ph type="title"/>
          </p:nvPr>
        </p:nvSpPr>
        <p:spPr/>
        <p:txBody>
          <a:bodyPr>
            <a:normAutofit fontScale="90000"/>
          </a:bodyPr>
          <a:lstStyle/>
          <a:p>
            <a:r>
              <a:rPr lang="en-US">
                <a:latin typeface="Roboto"/>
                <a:ea typeface="Roboto"/>
                <a:cs typeface="Roboto"/>
              </a:rPr>
              <a:t>Smart Personalized Activity Routes for Kids (SPARK)</a:t>
            </a:r>
            <a:endParaRPr lang="en-US"/>
          </a:p>
        </p:txBody>
      </p:sp>
      <p:sp>
        <p:nvSpPr>
          <p:cNvPr id="3" name="Content Placeholder 2">
            <a:extLst>
              <a:ext uri="{FF2B5EF4-FFF2-40B4-BE49-F238E27FC236}">
                <a16:creationId xmlns:a16="http://schemas.microsoft.com/office/drawing/2014/main" id="{C0E02467-1D6D-30DE-402A-35783DB9D563}"/>
              </a:ext>
            </a:extLst>
          </p:cNvPr>
          <p:cNvSpPr>
            <a:spLocks noGrp="1"/>
          </p:cNvSpPr>
          <p:nvPr>
            <p:ph idx="1"/>
          </p:nvPr>
        </p:nvSpPr>
        <p:spPr/>
        <p:txBody>
          <a:bodyPr vert="horz" lIns="91440" tIns="45720" rIns="91440" bIns="45720" rtlCol="0" anchor="t">
            <a:normAutofit lnSpcReduction="10000"/>
          </a:bodyPr>
          <a:lstStyle/>
          <a:p>
            <a:r>
              <a:rPr lang="en-US">
                <a:cs typeface="Arial"/>
              </a:rPr>
              <a:t>CSE 6242 - Team 61: Jay Mangrulkar, Max Jarosch, Katherine Liang, Manoj Achari, Shanmugam Murugappan</a:t>
            </a:r>
          </a:p>
        </p:txBody>
      </p:sp>
    </p:spTree>
    <p:extLst>
      <p:ext uri="{BB962C8B-B14F-4D97-AF65-F5344CB8AC3E}">
        <p14:creationId xmlns:p14="http://schemas.microsoft.com/office/powerpoint/2010/main" val="38625583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9440CB7-1E29-9893-FCEB-9947FCBE1484}"/>
              </a:ext>
            </a:extLst>
          </p:cNvPr>
          <p:cNvSpPr>
            <a:spLocks noGrp="1"/>
          </p:cNvSpPr>
          <p:nvPr>
            <p:ph type="title"/>
          </p:nvPr>
        </p:nvSpPr>
        <p:spPr>
          <a:xfrm>
            <a:off x="381000" y="285563"/>
            <a:ext cx="11430000" cy="1014761"/>
          </a:xfrm>
        </p:spPr>
        <p:txBody>
          <a:bodyPr/>
          <a:lstStyle/>
          <a:p>
            <a:r>
              <a:rPr lang="en-US"/>
              <a:t>Problem, Objective &amp; Solution</a:t>
            </a:r>
          </a:p>
        </p:txBody>
      </p:sp>
      <p:sp>
        <p:nvSpPr>
          <p:cNvPr id="2" name="Rectangle 1">
            <a:extLst>
              <a:ext uri="{FF2B5EF4-FFF2-40B4-BE49-F238E27FC236}">
                <a16:creationId xmlns:a16="http://schemas.microsoft.com/office/drawing/2014/main" id="{CDE4C4C9-64D9-58C7-87BE-B6FC2793DE0A}"/>
              </a:ext>
            </a:extLst>
          </p:cNvPr>
          <p:cNvSpPr/>
          <p:nvPr/>
        </p:nvSpPr>
        <p:spPr>
          <a:xfrm>
            <a:off x="1617091" y="2274220"/>
            <a:ext cx="2695690" cy="3228678"/>
          </a:xfrm>
          <a:prstGeom prst="rect">
            <a:avLst/>
          </a:prstGeom>
          <a:solidFill>
            <a:srgbClr val="D6DB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072E4D5-545E-369E-DB66-3DCE61B36C14}"/>
              </a:ext>
            </a:extLst>
          </p:cNvPr>
          <p:cNvSpPr/>
          <p:nvPr/>
        </p:nvSpPr>
        <p:spPr>
          <a:xfrm>
            <a:off x="1617091" y="1777565"/>
            <a:ext cx="2695689" cy="552285"/>
          </a:xfrm>
          <a:prstGeom prst="rect">
            <a:avLst/>
          </a:prstGeom>
          <a:solidFill>
            <a:srgbClr val="B3A3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9EDAD5E-4791-6600-DF29-E791AEC54A30}"/>
              </a:ext>
            </a:extLst>
          </p:cNvPr>
          <p:cNvSpPr txBox="1"/>
          <p:nvPr/>
        </p:nvSpPr>
        <p:spPr>
          <a:xfrm>
            <a:off x="1845738" y="2474035"/>
            <a:ext cx="2299049" cy="2462213"/>
          </a:xfrm>
          <a:prstGeom prst="rect">
            <a:avLst/>
          </a:prstGeom>
          <a:noFill/>
        </p:spPr>
        <p:txBody>
          <a:bodyPr wrap="square" lIns="91440" tIns="45720" rIns="91440" bIns="45720" rtlCol="0" anchor="t">
            <a:spAutoFit/>
          </a:bodyPr>
          <a:lstStyle/>
          <a:p>
            <a:r>
              <a:rPr lang="en-US" sz="1400">
                <a:solidFill>
                  <a:srgbClr val="000000"/>
                </a:solidFill>
                <a:latin typeface="Roboto"/>
                <a:ea typeface="Roboto"/>
                <a:cs typeface="Roboto"/>
              </a:rPr>
              <a:t>Parental decisions on children's activities and schedules can often be arbitrary and rely on word-of-mouth from the community. It can be difficult to find appropriate activities that fit into a schedule and are also beneficial for child development. </a:t>
            </a:r>
            <a:endParaRPr lang="en-US">
              <a:ea typeface="Roboto"/>
              <a:cs typeface="Arial"/>
            </a:endParaRPr>
          </a:p>
        </p:txBody>
      </p:sp>
      <p:sp>
        <p:nvSpPr>
          <p:cNvPr id="7" name="TextBox 6">
            <a:extLst>
              <a:ext uri="{FF2B5EF4-FFF2-40B4-BE49-F238E27FC236}">
                <a16:creationId xmlns:a16="http://schemas.microsoft.com/office/drawing/2014/main" id="{1899E231-8B8E-DE02-922B-0D7BA1E42DCF}"/>
              </a:ext>
            </a:extLst>
          </p:cNvPr>
          <p:cNvSpPr txBox="1"/>
          <p:nvPr/>
        </p:nvSpPr>
        <p:spPr>
          <a:xfrm>
            <a:off x="1845738" y="1891399"/>
            <a:ext cx="2167467" cy="369332"/>
          </a:xfrm>
          <a:prstGeom prst="rect">
            <a:avLst/>
          </a:prstGeom>
          <a:noFill/>
        </p:spPr>
        <p:txBody>
          <a:bodyPr wrap="square" rtlCol="0">
            <a:spAutoFit/>
          </a:bodyPr>
          <a:lstStyle/>
          <a:p>
            <a:r>
              <a:rPr lang="en-US" b="1" i="0">
                <a:solidFill>
                  <a:srgbClr val="000000"/>
                </a:solidFill>
                <a:effectLst/>
                <a:latin typeface="Roboto Slab" pitchFamily="2" charset="0"/>
                <a:ea typeface="Roboto Slab" pitchFamily="2" charset="0"/>
              </a:rPr>
              <a:t>Problem</a:t>
            </a:r>
            <a:endParaRPr lang="en-US" b="1">
              <a:latin typeface="Roboto Slab" pitchFamily="2" charset="0"/>
              <a:ea typeface="Roboto Slab" pitchFamily="2" charset="0"/>
            </a:endParaRPr>
          </a:p>
        </p:txBody>
      </p:sp>
      <p:sp>
        <p:nvSpPr>
          <p:cNvPr id="8" name="Rectangle 7">
            <a:extLst>
              <a:ext uri="{FF2B5EF4-FFF2-40B4-BE49-F238E27FC236}">
                <a16:creationId xmlns:a16="http://schemas.microsoft.com/office/drawing/2014/main" id="{47280A2A-0587-8B7C-8231-05022EB2C177}"/>
              </a:ext>
            </a:extLst>
          </p:cNvPr>
          <p:cNvSpPr/>
          <p:nvPr/>
        </p:nvSpPr>
        <p:spPr>
          <a:xfrm>
            <a:off x="4579354" y="2274220"/>
            <a:ext cx="2695690" cy="3228678"/>
          </a:xfrm>
          <a:prstGeom prst="rect">
            <a:avLst/>
          </a:prstGeom>
          <a:solidFill>
            <a:srgbClr val="D6DB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94C0DE8-BED1-AA2E-2740-4963B0CE4AD7}"/>
              </a:ext>
            </a:extLst>
          </p:cNvPr>
          <p:cNvSpPr/>
          <p:nvPr/>
        </p:nvSpPr>
        <p:spPr>
          <a:xfrm>
            <a:off x="4579354" y="1777565"/>
            <a:ext cx="2695689" cy="55228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0EB6D2AB-A07B-D410-0B89-1A2B88C66623}"/>
              </a:ext>
            </a:extLst>
          </p:cNvPr>
          <p:cNvSpPr txBox="1"/>
          <p:nvPr/>
        </p:nvSpPr>
        <p:spPr>
          <a:xfrm>
            <a:off x="4763038" y="2474035"/>
            <a:ext cx="2299049" cy="1815882"/>
          </a:xfrm>
          <a:prstGeom prst="rect">
            <a:avLst/>
          </a:prstGeom>
          <a:noFill/>
        </p:spPr>
        <p:txBody>
          <a:bodyPr wrap="square" lIns="91440" tIns="45720" rIns="91440" bIns="45720" rtlCol="0" anchor="t">
            <a:spAutoFit/>
          </a:bodyPr>
          <a:lstStyle/>
          <a:p>
            <a:r>
              <a:rPr lang="en-US" sz="1400">
                <a:solidFill>
                  <a:srgbClr val="000000"/>
                </a:solidFill>
                <a:latin typeface="Roboto"/>
                <a:ea typeface="Roboto"/>
                <a:cs typeface="Roboto"/>
              </a:rPr>
              <a:t>We want to help reduce the cognitive load of planning schedules for children. Our project will account for </a:t>
            </a:r>
            <a:r>
              <a:rPr lang="en-US" sz="1400" dirty="0" err="1">
                <a:solidFill>
                  <a:srgbClr val="000000"/>
                </a:solidFill>
                <a:latin typeface="Roboto"/>
                <a:ea typeface="Roboto"/>
                <a:cs typeface="Roboto"/>
              </a:rPr>
              <a:t>scheduling</a:t>
            </a:r>
            <a:r>
              <a:rPr lang="en-US" sz="1400">
                <a:solidFill>
                  <a:srgbClr val="000000"/>
                </a:solidFill>
                <a:latin typeface="Roboto"/>
                <a:ea typeface="Roboto"/>
                <a:cs typeface="Roboto"/>
              </a:rPr>
              <a:t> logistics and child developmental benefits.</a:t>
            </a:r>
            <a:endParaRPr lang="en-US" sz="1400">
              <a:solidFill>
                <a:srgbClr val="000000"/>
              </a:solidFill>
              <a:latin typeface="Roboto" panose="02000000000000000000" pitchFamily="2" charset="0"/>
              <a:ea typeface="Roboto" panose="02000000000000000000" pitchFamily="2" charset="0"/>
              <a:cs typeface="Roboto" panose="02000000000000000000" pitchFamily="2" charset="0"/>
            </a:endParaRPr>
          </a:p>
        </p:txBody>
      </p:sp>
      <p:sp>
        <p:nvSpPr>
          <p:cNvPr id="11" name="Rectangle 10">
            <a:extLst>
              <a:ext uri="{FF2B5EF4-FFF2-40B4-BE49-F238E27FC236}">
                <a16:creationId xmlns:a16="http://schemas.microsoft.com/office/drawing/2014/main" id="{C3ADE426-7322-B117-6276-9FD07862EC96}"/>
              </a:ext>
            </a:extLst>
          </p:cNvPr>
          <p:cNvSpPr/>
          <p:nvPr/>
        </p:nvSpPr>
        <p:spPr>
          <a:xfrm>
            <a:off x="7541616" y="2264311"/>
            <a:ext cx="2695690" cy="3228678"/>
          </a:xfrm>
          <a:prstGeom prst="rect">
            <a:avLst/>
          </a:prstGeom>
          <a:solidFill>
            <a:srgbClr val="D6DB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390099B-B241-0230-2D07-C3A540AD6C90}"/>
              </a:ext>
            </a:extLst>
          </p:cNvPr>
          <p:cNvSpPr/>
          <p:nvPr/>
        </p:nvSpPr>
        <p:spPr>
          <a:xfrm>
            <a:off x="7541616" y="1776804"/>
            <a:ext cx="2695689" cy="55228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74879B12-5A82-20AF-A853-96E75D2E2C48}"/>
              </a:ext>
            </a:extLst>
          </p:cNvPr>
          <p:cNvSpPr txBox="1"/>
          <p:nvPr/>
        </p:nvSpPr>
        <p:spPr>
          <a:xfrm>
            <a:off x="7725300" y="2464126"/>
            <a:ext cx="2299049" cy="2893100"/>
          </a:xfrm>
          <a:prstGeom prst="rect">
            <a:avLst/>
          </a:prstGeom>
          <a:noFill/>
        </p:spPr>
        <p:txBody>
          <a:bodyPr wrap="square" lIns="91440" tIns="45720" rIns="91440" bIns="45720" rtlCol="0" anchor="t">
            <a:spAutoFit/>
          </a:bodyPr>
          <a:lstStyle/>
          <a:p>
            <a:r>
              <a:rPr lang="en-US" sz="1400">
                <a:solidFill>
                  <a:srgbClr val="000000"/>
                </a:solidFill>
                <a:ea typeface="+mn-lt"/>
                <a:cs typeface="+mn-lt"/>
              </a:rPr>
              <a:t>SPARK is an interactive tool that will help parents and caregivers discover nearby activities and generate personalized daily schedules for kids.</a:t>
            </a:r>
            <a:endParaRPr lang="en-US"/>
          </a:p>
          <a:p>
            <a:r>
              <a:rPr lang="en-US" sz="1400">
                <a:solidFill>
                  <a:srgbClr val="000000"/>
                </a:solidFill>
                <a:ea typeface="+mn-lt"/>
                <a:cs typeface="+mn-lt"/>
              </a:rPr>
              <a:t>It will combine geographic data, personal preferences, and recommend activities that support children's development and caregivers' schedules.</a:t>
            </a:r>
            <a:endParaRPr lang="en-US"/>
          </a:p>
        </p:txBody>
      </p:sp>
      <p:sp>
        <p:nvSpPr>
          <p:cNvPr id="14" name="TextBox 13">
            <a:extLst>
              <a:ext uri="{FF2B5EF4-FFF2-40B4-BE49-F238E27FC236}">
                <a16:creationId xmlns:a16="http://schemas.microsoft.com/office/drawing/2014/main" id="{4BA8D22E-3DD6-BA93-79A6-1BD19273E5C8}"/>
              </a:ext>
            </a:extLst>
          </p:cNvPr>
          <p:cNvSpPr txBox="1"/>
          <p:nvPr/>
        </p:nvSpPr>
        <p:spPr>
          <a:xfrm>
            <a:off x="4763038" y="1902686"/>
            <a:ext cx="2167467" cy="369332"/>
          </a:xfrm>
          <a:prstGeom prst="rect">
            <a:avLst/>
          </a:prstGeom>
          <a:noFill/>
        </p:spPr>
        <p:txBody>
          <a:bodyPr wrap="square" rtlCol="0">
            <a:spAutoFit/>
          </a:bodyPr>
          <a:lstStyle/>
          <a:p>
            <a:r>
              <a:rPr lang="en-US" b="1" i="0">
                <a:solidFill>
                  <a:schemeClr val="bg1"/>
                </a:solidFill>
                <a:effectLst/>
                <a:latin typeface="Roboto Slab" pitchFamily="2" charset="0"/>
                <a:ea typeface="Roboto Slab" pitchFamily="2" charset="0"/>
              </a:rPr>
              <a:t>Objective</a:t>
            </a:r>
            <a:endParaRPr lang="en-US" b="1">
              <a:solidFill>
                <a:schemeClr val="bg1"/>
              </a:solidFill>
              <a:latin typeface="Roboto Slab" pitchFamily="2" charset="0"/>
              <a:ea typeface="Roboto Slab" pitchFamily="2" charset="0"/>
            </a:endParaRPr>
          </a:p>
        </p:txBody>
      </p:sp>
      <p:sp>
        <p:nvSpPr>
          <p:cNvPr id="15" name="TextBox 14">
            <a:extLst>
              <a:ext uri="{FF2B5EF4-FFF2-40B4-BE49-F238E27FC236}">
                <a16:creationId xmlns:a16="http://schemas.microsoft.com/office/drawing/2014/main" id="{FDDC99C8-5615-4FFE-5F27-B43B690A698E}"/>
              </a:ext>
            </a:extLst>
          </p:cNvPr>
          <p:cNvSpPr txBox="1"/>
          <p:nvPr/>
        </p:nvSpPr>
        <p:spPr>
          <a:xfrm>
            <a:off x="7725300" y="1887986"/>
            <a:ext cx="2167467" cy="369332"/>
          </a:xfrm>
          <a:prstGeom prst="rect">
            <a:avLst/>
          </a:prstGeom>
          <a:noFill/>
        </p:spPr>
        <p:txBody>
          <a:bodyPr wrap="square" rtlCol="0">
            <a:spAutoFit/>
          </a:bodyPr>
          <a:lstStyle/>
          <a:p>
            <a:r>
              <a:rPr lang="en-US" b="1" i="0">
                <a:effectLst/>
                <a:latin typeface="Roboto Slab" pitchFamily="2" charset="0"/>
                <a:ea typeface="Roboto Slab" pitchFamily="2" charset="0"/>
              </a:rPr>
              <a:t>Solution</a:t>
            </a:r>
            <a:endParaRPr lang="en-US" b="1">
              <a:latin typeface="Roboto Slab" pitchFamily="2" charset="0"/>
              <a:ea typeface="Roboto Slab" pitchFamily="2" charset="0"/>
            </a:endParaRPr>
          </a:p>
        </p:txBody>
      </p:sp>
    </p:spTree>
    <p:extLst>
      <p:ext uri="{BB962C8B-B14F-4D97-AF65-F5344CB8AC3E}">
        <p14:creationId xmlns:p14="http://schemas.microsoft.com/office/powerpoint/2010/main" val="1651743598"/>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7AD1E-CA0D-7073-481B-78637DD9A85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3554C96-CFAF-FE0B-D607-F481D0A586D2}"/>
              </a:ext>
            </a:extLst>
          </p:cNvPr>
          <p:cNvSpPr>
            <a:spLocks noGrp="1"/>
          </p:cNvSpPr>
          <p:nvPr>
            <p:ph type="title"/>
          </p:nvPr>
        </p:nvSpPr>
        <p:spPr>
          <a:xfrm>
            <a:off x="381000" y="285563"/>
            <a:ext cx="11430000" cy="1014761"/>
          </a:xfrm>
        </p:spPr>
        <p:txBody>
          <a:bodyPr/>
          <a:lstStyle/>
          <a:p>
            <a:r>
              <a:rPr lang="en-US"/>
              <a:t>Problem, Objective &amp; Solution</a:t>
            </a:r>
          </a:p>
        </p:txBody>
      </p:sp>
      <p:sp>
        <p:nvSpPr>
          <p:cNvPr id="2" name="Rectangle 1">
            <a:extLst>
              <a:ext uri="{FF2B5EF4-FFF2-40B4-BE49-F238E27FC236}">
                <a16:creationId xmlns:a16="http://schemas.microsoft.com/office/drawing/2014/main" id="{DBEA8A2A-F5B8-2960-08FE-47C03C2A147A}"/>
              </a:ext>
            </a:extLst>
          </p:cNvPr>
          <p:cNvSpPr/>
          <p:nvPr/>
        </p:nvSpPr>
        <p:spPr>
          <a:xfrm>
            <a:off x="1617091" y="2274220"/>
            <a:ext cx="2695690" cy="3228678"/>
          </a:xfrm>
          <a:prstGeom prst="rect">
            <a:avLst/>
          </a:prstGeom>
          <a:solidFill>
            <a:srgbClr val="D6DB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7CF2788-BD6B-ECB1-A980-1599ADF65C6D}"/>
              </a:ext>
            </a:extLst>
          </p:cNvPr>
          <p:cNvSpPr/>
          <p:nvPr/>
        </p:nvSpPr>
        <p:spPr>
          <a:xfrm>
            <a:off x="1617091" y="1777565"/>
            <a:ext cx="2695689" cy="552285"/>
          </a:xfrm>
          <a:prstGeom prst="rect">
            <a:avLst/>
          </a:prstGeom>
          <a:solidFill>
            <a:srgbClr val="B3A3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ECBB5F2A-12DE-A271-CFE4-2F26EB2417A5}"/>
              </a:ext>
            </a:extLst>
          </p:cNvPr>
          <p:cNvSpPr txBox="1"/>
          <p:nvPr/>
        </p:nvSpPr>
        <p:spPr>
          <a:xfrm>
            <a:off x="1845738" y="2474035"/>
            <a:ext cx="2299049" cy="2677656"/>
          </a:xfrm>
          <a:prstGeom prst="rect">
            <a:avLst/>
          </a:prstGeom>
          <a:noFill/>
        </p:spPr>
        <p:txBody>
          <a:bodyPr wrap="square" lIns="91440" tIns="45720" rIns="91440" bIns="45720" rtlCol="0" anchor="t">
            <a:spAutoFit/>
          </a:bodyPr>
          <a:lstStyle/>
          <a:p>
            <a:r>
              <a:rPr lang="en-US" sz="1400" b="1">
                <a:solidFill>
                  <a:srgbClr val="000000"/>
                </a:solidFill>
                <a:latin typeface="Roboto"/>
                <a:ea typeface="Roboto"/>
                <a:cs typeface="Roboto"/>
              </a:rPr>
              <a:t>Current State </a:t>
            </a:r>
            <a:endParaRPr lang="en-US">
              <a:solidFill>
                <a:srgbClr val="003057"/>
              </a:solidFill>
              <a:latin typeface="Arial" panose="020B0604020202020204"/>
              <a:ea typeface="Roboto"/>
              <a:cs typeface="Arial"/>
            </a:endParaRPr>
          </a:p>
          <a:p>
            <a:r>
              <a:rPr lang="en-US" sz="1400">
                <a:solidFill>
                  <a:srgbClr val="000000"/>
                </a:solidFill>
                <a:latin typeface="Roboto"/>
                <a:ea typeface="Roboto"/>
                <a:cs typeface="Roboto"/>
              </a:rPr>
              <a:t>Parental decisions on </a:t>
            </a:r>
            <a:r>
              <a:rPr lang="en-US" sz="1400" dirty="0">
                <a:solidFill>
                  <a:srgbClr val="000000"/>
                </a:solidFill>
                <a:latin typeface="Roboto"/>
                <a:ea typeface="Roboto"/>
                <a:cs typeface="Roboto"/>
              </a:rPr>
              <a:t>children's activities and schedules can often be arbitrary and rely on word-of-mouth from the community. </a:t>
            </a:r>
            <a:endParaRPr lang="en-US" dirty="0">
              <a:solidFill>
                <a:srgbClr val="003057"/>
              </a:solidFill>
              <a:latin typeface="Arial" panose="020B0604020202020204"/>
              <a:ea typeface="Roboto"/>
              <a:cs typeface="Arial"/>
            </a:endParaRPr>
          </a:p>
          <a:p>
            <a:endParaRPr lang="en-US" sz="1400" dirty="0">
              <a:solidFill>
                <a:srgbClr val="000000"/>
              </a:solidFill>
              <a:latin typeface="Roboto"/>
              <a:ea typeface="Roboto"/>
              <a:cs typeface="Roboto"/>
            </a:endParaRPr>
          </a:p>
          <a:p>
            <a:r>
              <a:rPr lang="en-US" sz="1400" b="1">
                <a:solidFill>
                  <a:srgbClr val="000000"/>
                </a:solidFill>
                <a:latin typeface="Roboto"/>
                <a:ea typeface="Roboto"/>
                <a:cs typeface="Roboto"/>
              </a:rPr>
              <a:t>Pain</a:t>
            </a:r>
          </a:p>
          <a:p>
            <a:r>
              <a:rPr lang="en-US" sz="1400">
                <a:solidFill>
                  <a:srgbClr val="000000"/>
                </a:solidFill>
                <a:ea typeface="+mn-lt"/>
                <a:cs typeface="+mn-lt"/>
              </a:rPr>
              <a:t>Hard to balance tight schedules with child developmental needs.</a:t>
            </a:r>
            <a:endParaRPr lang="en-US">
              <a:ea typeface="+mn-lt"/>
              <a:cs typeface="+mn-lt"/>
            </a:endParaRPr>
          </a:p>
        </p:txBody>
      </p:sp>
      <p:sp>
        <p:nvSpPr>
          <p:cNvPr id="7" name="TextBox 6">
            <a:extLst>
              <a:ext uri="{FF2B5EF4-FFF2-40B4-BE49-F238E27FC236}">
                <a16:creationId xmlns:a16="http://schemas.microsoft.com/office/drawing/2014/main" id="{42CC65F0-E2BB-5BAC-A5A0-3533D271F946}"/>
              </a:ext>
            </a:extLst>
          </p:cNvPr>
          <p:cNvSpPr txBox="1"/>
          <p:nvPr/>
        </p:nvSpPr>
        <p:spPr>
          <a:xfrm>
            <a:off x="1845738" y="1891399"/>
            <a:ext cx="2167467" cy="369332"/>
          </a:xfrm>
          <a:prstGeom prst="rect">
            <a:avLst/>
          </a:prstGeom>
          <a:noFill/>
        </p:spPr>
        <p:txBody>
          <a:bodyPr wrap="square" rtlCol="0">
            <a:spAutoFit/>
          </a:bodyPr>
          <a:lstStyle/>
          <a:p>
            <a:r>
              <a:rPr lang="en-US" b="1" i="0">
                <a:solidFill>
                  <a:srgbClr val="000000"/>
                </a:solidFill>
                <a:effectLst/>
                <a:latin typeface="Roboto Slab" pitchFamily="2" charset="0"/>
                <a:ea typeface="Roboto Slab" pitchFamily="2" charset="0"/>
              </a:rPr>
              <a:t>Problem</a:t>
            </a:r>
            <a:endParaRPr lang="en-US" b="1">
              <a:latin typeface="Roboto Slab" pitchFamily="2" charset="0"/>
              <a:ea typeface="Roboto Slab" pitchFamily="2" charset="0"/>
            </a:endParaRPr>
          </a:p>
        </p:txBody>
      </p:sp>
      <p:sp>
        <p:nvSpPr>
          <p:cNvPr id="8" name="Rectangle 7">
            <a:extLst>
              <a:ext uri="{FF2B5EF4-FFF2-40B4-BE49-F238E27FC236}">
                <a16:creationId xmlns:a16="http://schemas.microsoft.com/office/drawing/2014/main" id="{97BE4AF8-7C2F-BE82-D16E-F0EFB0E074BD}"/>
              </a:ext>
            </a:extLst>
          </p:cNvPr>
          <p:cNvSpPr/>
          <p:nvPr/>
        </p:nvSpPr>
        <p:spPr>
          <a:xfrm>
            <a:off x="4579354" y="2274220"/>
            <a:ext cx="2695690" cy="3228678"/>
          </a:xfrm>
          <a:prstGeom prst="rect">
            <a:avLst/>
          </a:prstGeom>
          <a:solidFill>
            <a:srgbClr val="D6DB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A1C4CA3-BE17-6B71-4362-F0413FE13CB8}"/>
              </a:ext>
            </a:extLst>
          </p:cNvPr>
          <p:cNvSpPr/>
          <p:nvPr/>
        </p:nvSpPr>
        <p:spPr>
          <a:xfrm>
            <a:off x="4579354" y="1777565"/>
            <a:ext cx="2695689" cy="55228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50ADDAA8-0E23-34C4-92EB-958D21328DEC}"/>
              </a:ext>
            </a:extLst>
          </p:cNvPr>
          <p:cNvSpPr txBox="1"/>
          <p:nvPr/>
        </p:nvSpPr>
        <p:spPr>
          <a:xfrm>
            <a:off x="4763038" y="2474035"/>
            <a:ext cx="2299049" cy="1815882"/>
          </a:xfrm>
          <a:prstGeom prst="rect">
            <a:avLst/>
          </a:prstGeom>
          <a:noFill/>
        </p:spPr>
        <p:txBody>
          <a:bodyPr wrap="square" lIns="91440" tIns="45720" rIns="91440" bIns="45720" rtlCol="0" anchor="t">
            <a:spAutoFit/>
          </a:bodyPr>
          <a:lstStyle/>
          <a:p>
            <a:r>
              <a:rPr lang="en-US" sz="1400" b="1">
                <a:solidFill>
                  <a:srgbClr val="000000"/>
                </a:solidFill>
                <a:latin typeface="Roboto"/>
                <a:ea typeface="Roboto"/>
                <a:cs typeface="Roboto"/>
              </a:rPr>
              <a:t>Core</a:t>
            </a:r>
            <a:endParaRPr lang="en-US" sz="1400">
              <a:solidFill>
                <a:srgbClr val="000000"/>
              </a:solidFill>
              <a:latin typeface="Roboto" panose="02000000000000000000" pitchFamily="2" charset="0"/>
              <a:ea typeface="Roboto" panose="02000000000000000000" pitchFamily="2" charset="0"/>
              <a:cs typeface="Roboto" panose="02000000000000000000" pitchFamily="2" charset="0"/>
            </a:endParaRPr>
          </a:p>
          <a:p>
            <a:r>
              <a:rPr lang="en-US" sz="1400">
                <a:solidFill>
                  <a:srgbClr val="000000"/>
                </a:solidFill>
                <a:latin typeface="Roboto"/>
                <a:ea typeface="Roboto"/>
                <a:cs typeface="Roboto"/>
              </a:rPr>
              <a:t>Reduce the cognitive load of planning schedules for children.</a:t>
            </a:r>
            <a:endParaRPr lang="en-US" sz="1400">
              <a:solidFill>
                <a:srgbClr val="000000"/>
              </a:solidFill>
              <a:latin typeface="Roboto" panose="02000000000000000000" pitchFamily="2" charset="0"/>
              <a:ea typeface="Roboto" panose="02000000000000000000" pitchFamily="2" charset="0"/>
              <a:cs typeface="Roboto" panose="02000000000000000000" pitchFamily="2" charset="0"/>
            </a:endParaRPr>
          </a:p>
          <a:p>
            <a:endParaRPr lang="en-US" sz="1400" dirty="0">
              <a:solidFill>
                <a:srgbClr val="000000"/>
              </a:solidFill>
              <a:latin typeface="Roboto"/>
              <a:ea typeface="Roboto"/>
              <a:cs typeface="Roboto"/>
            </a:endParaRPr>
          </a:p>
          <a:p>
            <a:r>
              <a:rPr lang="en-US" sz="1400" b="1">
                <a:solidFill>
                  <a:srgbClr val="000000"/>
                </a:solidFill>
                <a:latin typeface="Roboto"/>
                <a:ea typeface="Roboto"/>
                <a:cs typeface="Roboto"/>
              </a:rPr>
              <a:t>Dual Focus</a:t>
            </a:r>
            <a:endParaRPr lang="en-US" sz="1400" b="1">
              <a:solidFill>
                <a:srgbClr val="000000"/>
              </a:solidFill>
              <a:latin typeface="Roboto" panose="02000000000000000000" pitchFamily="2" charset="0"/>
              <a:ea typeface="Roboto" panose="02000000000000000000" pitchFamily="2" charset="0"/>
              <a:cs typeface="Roboto" panose="02000000000000000000" pitchFamily="2" charset="0"/>
            </a:endParaRPr>
          </a:p>
          <a:p>
            <a:r>
              <a:rPr lang="en-US" sz="1400" dirty="0">
                <a:solidFill>
                  <a:srgbClr val="000000"/>
                </a:solidFill>
                <a:latin typeface="Roboto"/>
                <a:ea typeface="Roboto"/>
                <a:cs typeface="Roboto"/>
              </a:rPr>
              <a:t>Balance logistics with developmental milesto</a:t>
            </a:r>
            <a:r>
              <a:rPr lang="en-US" sz="1400">
                <a:solidFill>
                  <a:srgbClr val="000000"/>
                </a:solidFill>
                <a:latin typeface="Roboto"/>
                <a:ea typeface="Roboto"/>
                <a:cs typeface="Roboto"/>
              </a:rPr>
              <a:t>nes</a:t>
            </a:r>
            <a:endParaRPr lang="en-US" sz="1400" dirty="0">
              <a:solidFill>
                <a:srgbClr val="000000"/>
              </a:solidFill>
              <a:latin typeface="Roboto"/>
              <a:ea typeface="Roboto"/>
              <a:cs typeface="Roboto"/>
            </a:endParaRPr>
          </a:p>
        </p:txBody>
      </p:sp>
      <p:sp>
        <p:nvSpPr>
          <p:cNvPr id="11" name="Rectangle 10">
            <a:extLst>
              <a:ext uri="{FF2B5EF4-FFF2-40B4-BE49-F238E27FC236}">
                <a16:creationId xmlns:a16="http://schemas.microsoft.com/office/drawing/2014/main" id="{C0FDC95A-729B-07CA-76A3-05560CCAB56E}"/>
              </a:ext>
            </a:extLst>
          </p:cNvPr>
          <p:cNvSpPr/>
          <p:nvPr/>
        </p:nvSpPr>
        <p:spPr>
          <a:xfrm>
            <a:off x="7541616" y="2264311"/>
            <a:ext cx="2695690" cy="3228678"/>
          </a:xfrm>
          <a:prstGeom prst="rect">
            <a:avLst/>
          </a:prstGeom>
          <a:solidFill>
            <a:srgbClr val="D6DB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FCC848C-0D22-2B38-2A20-F05544126CA1}"/>
              </a:ext>
            </a:extLst>
          </p:cNvPr>
          <p:cNvSpPr/>
          <p:nvPr/>
        </p:nvSpPr>
        <p:spPr>
          <a:xfrm>
            <a:off x="7541616" y="1776804"/>
            <a:ext cx="2695689" cy="55228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4C2FF712-EEC5-5BDE-7257-ECA8279AAB58}"/>
              </a:ext>
            </a:extLst>
          </p:cNvPr>
          <p:cNvSpPr txBox="1"/>
          <p:nvPr/>
        </p:nvSpPr>
        <p:spPr>
          <a:xfrm>
            <a:off x="7725300" y="2471746"/>
            <a:ext cx="2466689" cy="3108543"/>
          </a:xfrm>
          <a:prstGeom prst="rect">
            <a:avLst/>
          </a:prstGeom>
          <a:noFill/>
        </p:spPr>
        <p:txBody>
          <a:bodyPr wrap="square" lIns="91440" tIns="45720" rIns="91440" bIns="45720" rtlCol="0" anchor="t">
            <a:spAutoFit/>
          </a:bodyPr>
          <a:lstStyle/>
          <a:p>
            <a:r>
              <a:rPr lang="en-US" sz="1400" b="1">
                <a:solidFill>
                  <a:srgbClr val="000000"/>
                </a:solidFill>
                <a:ea typeface="+mn-lt"/>
                <a:cs typeface="+mn-lt"/>
              </a:rPr>
              <a:t>What it is</a:t>
            </a:r>
            <a:endParaRPr lang="en-US">
              <a:solidFill>
                <a:srgbClr val="003057"/>
              </a:solidFill>
              <a:ea typeface="+mn-lt"/>
              <a:cs typeface="+mn-lt"/>
            </a:endParaRPr>
          </a:p>
          <a:p>
            <a:r>
              <a:rPr lang="en-US" sz="1400">
                <a:solidFill>
                  <a:srgbClr val="000000"/>
                </a:solidFill>
                <a:ea typeface="+mn-lt"/>
                <a:cs typeface="+mn-lt"/>
              </a:rPr>
              <a:t>An interactive tool that helps parents and caregivers discover nearby activities and generate personalized daily schedules for kids.</a:t>
            </a:r>
            <a:endParaRPr lang="en-US">
              <a:cs typeface="Arial"/>
            </a:endParaRPr>
          </a:p>
          <a:p>
            <a:endParaRPr lang="en-US" sz="1400" dirty="0">
              <a:solidFill>
                <a:srgbClr val="000000"/>
              </a:solidFill>
              <a:ea typeface="+mn-lt"/>
              <a:cs typeface="+mn-lt"/>
            </a:endParaRPr>
          </a:p>
          <a:p>
            <a:r>
              <a:rPr lang="en-US" sz="1400" b="1" dirty="0">
                <a:solidFill>
                  <a:srgbClr val="000000"/>
                </a:solidFill>
                <a:ea typeface="+mn-lt"/>
                <a:cs typeface="+mn-lt"/>
              </a:rPr>
              <a:t>Key </a:t>
            </a:r>
            <a:r>
              <a:rPr lang="en-US" sz="1400" b="1" dirty="0" err="1">
                <a:solidFill>
                  <a:srgbClr val="000000"/>
                </a:solidFill>
                <a:ea typeface="+mn-lt"/>
                <a:cs typeface="+mn-lt"/>
              </a:rPr>
              <a:t>Mechanis</a:t>
            </a:r>
            <a:r>
              <a:rPr lang="en-US" sz="1400" b="1" dirty="0">
                <a:solidFill>
                  <a:srgbClr val="000000"/>
                </a:solidFill>
                <a:ea typeface="+mn-lt"/>
                <a:cs typeface="+mn-lt"/>
              </a:rPr>
              <a:t>m</a:t>
            </a:r>
          </a:p>
          <a:p>
            <a:r>
              <a:rPr lang="en-US" sz="1400" dirty="0">
                <a:solidFill>
                  <a:srgbClr val="000000"/>
                </a:solidFill>
                <a:ea typeface="+mn-lt"/>
                <a:cs typeface="+mn-lt"/>
              </a:rPr>
              <a:t>Combines spatial data, </a:t>
            </a:r>
          </a:p>
          <a:p>
            <a:r>
              <a:rPr lang="en-US" sz="1400">
                <a:solidFill>
                  <a:srgbClr val="000000"/>
                </a:solidFill>
                <a:ea typeface="+mn-lt"/>
                <a:cs typeface="+mn-lt"/>
              </a:rPr>
              <a:t>Care-giver preferences, and </a:t>
            </a:r>
            <a:r>
              <a:rPr lang="en-US" sz="1400" dirty="0">
                <a:solidFill>
                  <a:srgbClr val="000000"/>
                </a:solidFill>
                <a:ea typeface="+mn-lt"/>
                <a:cs typeface="+mn-lt"/>
              </a:rPr>
              <a:t>recommend activities and schedule that support </a:t>
            </a:r>
            <a:r>
              <a:rPr lang="en-US" sz="1400">
                <a:solidFill>
                  <a:srgbClr val="000000"/>
                </a:solidFill>
                <a:ea typeface="+mn-lt"/>
                <a:cs typeface="+mn-lt"/>
              </a:rPr>
              <a:t>children's development and Care-give</a:t>
            </a:r>
            <a:r>
              <a:rPr lang="en-US" sz="1400" dirty="0">
                <a:solidFill>
                  <a:srgbClr val="000000"/>
                </a:solidFill>
                <a:ea typeface="+mn-lt"/>
                <a:cs typeface="+mn-lt"/>
              </a:rPr>
              <a:t>r</a:t>
            </a:r>
            <a:endParaRPr lang="en-US" sz="1400">
              <a:solidFill>
                <a:srgbClr val="000000"/>
              </a:solidFill>
              <a:cs typeface="Arial"/>
            </a:endParaRPr>
          </a:p>
        </p:txBody>
      </p:sp>
      <p:sp>
        <p:nvSpPr>
          <p:cNvPr id="14" name="TextBox 13">
            <a:extLst>
              <a:ext uri="{FF2B5EF4-FFF2-40B4-BE49-F238E27FC236}">
                <a16:creationId xmlns:a16="http://schemas.microsoft.com/office/drawing/2014/main" id="{5A805432-2BF1-2668-6D70-E72B037A760A}"/>
              </a:ext>
            </a:extLst>
          </p:cNvPr>
          <p:cNvSpPr txBox="1"/>
          <p:nvPr/>
        </p:nvSpPr>
        <p:spPr>
          <a:xfrm>
            <a:off x="4763038" y="1902686"/>
            <a:ext cx="2167467" cy="369332"/>
          </a:xfrm>
          <a:prstGeom prst="rect">
            <a:avLst/>
          </a:prstGeom>
          <a:noFill/>
        </p:spPr>
        <p:txBody>
          <a:bodyPr wrap="square" rtlCol="0">
            <a:spAutoFit/>
          </a:bodyPr>
          <a:lstStyle/>
          <a:p>
            <a:r>
              <a:rPr lang="en-US" b="1" i="0">
                <a:solidFill>
                  <a:schemeClr val="bg1"/>
                </a:solidFill>
                <a:effectLst/>
                <a:latin typeface="Roboto Slab" pitchFamily="2" charset="0"/>
                <a:ea typeface="Roboto Slab" pitchFamily="2" charset="0"/>
              </a:rPr>
              <a:t>Objective</a:t>
            </a:r>
            <a:endParaRPr lang="en-US" b="1">
              <a:solidFill>
                <a:schemeClr val="bg1"/>
              </a:solidFill>
              <a:latin typeface="Roboto Slab" pitchFamily="2" charset="0"/>
              <a:ea typeface="Roboto Slab" pitchFamily="2" charset="0"/>
            </a:endParaRPr>
          </a:p>
        </p:txBody>
      </p:sp>
      <p:sp>
        <p:nvSpPr>
          <p:cNvPr id="15" name="TextBox 14">
            <a:extLst>
              <a:ext uri="{FF2B5EF4-FFF2-40B4-BE49-F238E27FC236}">
                <a16:creationId xmlns:a16="http://schemas.microsoft.com/office/drawing/2014/main" id="{1B592E58-29B1-0111-A5CF-BB26FD7EF20F}"/>
              </a:ext>
            </a:extLst>
          </p:cNvPr>
          <p:cNvSpPr txBox="1"/>
          <p:nvPr/>
        </p:nvSpPr>
        <p:spPr>
          <a:xfrm>
            <a:off x="7725300" y="1887986"/>
            <a:ext cx="2167467" cy="369332"/>
          </a:xfrm>
          <a:prstGeom prst="rect">
            <a:avLst/>
          </a:prstGeom>
          <a:noFill/>
        </p:spPr>
        <p:txBody>
          <a:bodyPr wrap="square" lIns="91440" tIns="45720" rIns="91440" bIns="45720" rtlCol="0" anchor="t">
            <a:spAutoFit/>
          </a:bodyPr>
          <a:lstStyle/>
          <a:p>
            <a:r>
              <a:rPr lang="en-US" b="1" i="0">
                <a:effectLst/>
                <a:latin typeface="Roboto Slab"/>
                <a:ea typeface="Roboto Slab"/>
                <a:cs typeface="Roboto Slab"/>
              </a:rPr>
              <a:t>Solution</a:t>
            </a:r>
            <a:r>
              <a:rPr lang="en-US" b="1">
                <a:latin typeface="Roboto Slab"/>
                <a:ea typeface="Roboto Slab"/>
                <a:cs typeface="Roboto Slab"/>
              </a:rPr>
              <a:t> (SPARK)</a:t>
            </a:r>
            <a:endParaRPr lang="en-US" b="1">
              <a:latin typeface="Roboto Slab" pitchFamily="2" charset="0"/>
              <a:ea typeface="Roboto Slab" pitchFamily="2" charset="0"/>
            </a:endParaRPr>
          </a:p>
        </p:txBody>
      </p:sp>
    </p:spTree>
    <p:extLst>
      <p:ext uri="{BB962C8B-B14F-4D97-AF65-F5344CB8AC3E}">
        <p14:creationId xmlns:p14="http://schemas.microsoft.com/office/powerpoint/2010/main" val="2773121878"/>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9440CB7-1E29-9893-FCEB-9947FCBE1484}"/>
              </a:ext>
            </a:extLst>
          </p:cNvPr>
          <p:cNvSpPr>
            <a:spLocks noGrp="1"/>
          </p:cNvSpPr>
          <p:nvPr>
            <p:ph type="title"/>
          </p:nvPr>
        </p:nvSpPr>
        <p:spPr/>
        <p:txBody>
          <a:bodyPr>
            <a:normAutofit/>
          </a:bodyPr>
          <a:lstStyle/>
          <a:p>
            <a:r>
              <a:rPr lang="en-US">
                <a:latin typeface="Roboto"/>
                <a:ea typeface="Roboto"/>
                <a:cs typeface="Roboto"/>
              </a:rPr>
              <a:t>Project Timeline</a:t>
            </a:r>
            <a:endParaRPr lang="en-US"/>
          </a:p>
        </p:txBody>
      </p:sp>
      <p:graphicFrame>
        <p:nvGraphicFramePr>
          <p:cNvPr id="9" name="Content Placeholder 8">
            <a:extLst>
              <a:ext uri="{FF2B5EF4-FFF2-40B4-BE49-F238E27FC236}">
                <a16:creationId xmlns:a16="http://schemas.microsoft.com/office/drawing/2014/main" id="{C5B94D99-BDBD-2197-97CB-82B591E1AAEC}"/>
              </a:ext>
            </a:extLst>
          </p:cNvPr>
          <p:cNvGraphicFramePr>
            <a:graphicFrameLocks noGrp="1"/>
          </p:cNvGraphicFramePr>
          <p:nvPr>
            <p:ph idx="1"/>
            <p:extLst>
              <p:ext uri="{D42A27DB-BD31-4B8C-83A1-F6EECF244321}">
                <p14:modId xmlns:p14="http://schemas.microsoft.com/office/powerpoint/2010/main" val="3814437522"/>
              </p:ext>
            </p:extLst>
          </p:nvPr>
        </p:nvGraphicFramePr>
        <p:xfrm>
          <a:off x="381000" y="1212979"/>
          <a:ext cx="11429997" cy="2966712"/>
        </p:xfrm>
        <a:graphic>
          <a:graphicData uri="http://schemas.openxmlformats.org/drawingml/2006/table">
            <a:tbl>
              <a:tblPr firstRow="1" bandRow="1">
                <a:tableStyleId>{5C22544A-7EE6-4342-B048-85BDC9FD1C3A}</a:tableStyleId>
              </a:tblPr>
              <a:tblGrid>
                <a:gridCol w="3809999">
                  <a:extLst>
                    <a:ext uri="{9D8B030D-6E8A-4147-A177-3AD203B41FA5}">
                      <a16:colId xmlns:a16="http://schemas.microsoft.com/office/drawing/2014/main" val="2326638551"/>
                    </a:ext>
                  </a:extLst>
                </a:gridCol>
                <a:gridCol w="3809999">
                  <a:extLst>
                    <a:ext uri="{9D8B030D-6E8A-4147-A177-3AD203B41FA5}">
                      <a16:colId xmlns:a16="http://schemas.microsoft.com/office/drawing/2014/main" val="1339890796"/>
                    </a:ext>
                  </a:extLst>
                </a:gridCol>
                <a:gridCol w="3809999">
                  <a:extLst>
                    <a:ext uri="{9D8B030D-6E8A-4147-A177-3AD203B41FA5}">
                      <a16:colId xmlns:a16="http://schemas.microsoft.com/office/drawing/2014/main" val="300319073"/>
                    </a:ext>
                  </a:extLst>
                </a:gridCol>
              </a:tblGrid>
              <a:tr h="370839">
                <a:tc>
                  <a:txBody>
                    <a:bodyPr/>
                    <a:lstStyle/>
                    <a:p>
                      <a:pPr algn="ctr"/>
                      <a:r>
                        <a:rPr lang="en-US"/>
                        <a:t>Activity</a:t>
                      </a:r>
                    </a:p>
                  </a:txBody>
                  <a:tcPr/>
                </a:tc>
                <a:tc>
                  <a:txBody>
                    <a:bodyPr/>
                    <a:lstStyle/>
                    <a:p>
                      <a:pPr algn="ctr"/>
                      <a:r>
                        <a:rPr lang="en-US"/>
                        <a:t>Owner</a:t>
                      </a:r>
                    </a:p>
                  </a:txBody>
                  <a:tcPr/>
                </a:tc>
                <a:tc>
                  <a:txBody>
                    <a:bodyPr/>
                    <a:lstStyle/>
                    <a:p>
                      <a:pPr algn="ctr"/>
                      <a:r>
                        <a:rPr lang="en-US"/>
                        <a:t>Timeline</a:t>
                      </a:r>
                    </a:p>
                  </a:txBody>
                  <a:tcPr/>
                </a:tc>
                <a:extLst>
                  <a:ext uri="{0D108BD9-81ED-4DB2-BD59-A6C34878D82A}">
                    <a16:rowId xmlns:a16="http://schemas.microsoft.com/office/drawing/2014/main" val="2707801924"/>
                  </a:ext>
                </a:extLst>
              </a:tr>
              <a:tr h="370839">
                <a:tc>
                  <a:txBody>
                    <a:bodyPr/>
                    <a:lstStyle/>
                    <a:p>
                      <a:pPr algn="ctr"/>
                      <a:r>
                        <a:rPr lang="en-US"/>
                        <a:t>Literature Review &amp; Project Design</a:t>
                      </a:r>
                    </a:p>
                  </a:txBody>
                  <a:tcPr/>
                </a:tc>
                <a:tc>
                  <a:txBody>
                    <a:bodyPr/>
                    <a:lstStyle/>
                    <a:p>
                      <a:pPr algn="ctr"/>
                      <a:r>
                        <a:rPr lang="en-US"/>
                        <a:t>All</a:t>
                      </a:r>
                    </a:p>
                  </a:txBody>
                  <a:tcPr/>
                </a:tc>
                <a:tc>
                  <a:txBody>
                    <a:bodyPr/>
                    <a:lstStyle/>
                    <a:p>
                      <a:pPr algn="ctr"/>
                      <a:r>
                        <a:rPr lang="en-US"/>
                        <a:t>09/21 - 10/04</a:t>
                      </a:r>
                    </a:p>
                  </a:txBody>
                  <a:tcPr/>
                </a:tc>
                <a:extLst>
                  <a:ext uri="{0D108BD9-81ED-4DB2-BD59-A6C34878D82A}">
                    <a16:rowId xmlns:a16="http://schemas.microsoft.com/office/drawing/2014/main" val="1806465292"/>
                  </a:ext>
                </a:extLst>
              </a:tr>
              <a:tr h="370839">
                <a:tc>
                  <a:txBody>
                    <a:bodyPr/>
                    <a:lstStyle/>
                    <a:p>
                      <a:pPr algn="ctr"/>
                      <a:r>
                        <a:rPr lang="en-US"/>
                        <a:t>Identification of Data Sets</a:t>
                      </a:r>
                    </a:p>
                  </a:txBody>
                  <a:tcPr/>
                </a:tc>
                <a:tc>
                  <a:txBody>
                    <a:bodyPr/>
                    <a:lstStyle/>
                    <a:p>
                      <a:pPr algn="ctr"/>
                      <a:r>
                        <a:rPr lang="en-US"/>
                        <a:t>Max, Manoj, Shan</a:t>
                      </a:r>
                    </a:p>
                  </a:txBody>
                  <a:tcPr/>
                </a:tc>
                <a:tc>
                  <a:txBody>
                    <a:bodyPr/>
                    <a:lstStyle/>
                    <a:p>
                      <a:pPr algn="ctr"/>
                      <a:r>
                        <a:rPr lang="en-US"/>
                        <a:t>09/28 - 10/11</a:t>
                      </a:r>
                    </a:p>
                  </a:txBody>
                  <a:tcPr/>
                </a:tc>
                <a:extLst>
                  <a:ext uri="{0D108BD9-81ED-4DB2-BD59-A6C34878D82A}">
                    <a16:rowId xmlns:a16="http://schemas.microsoft.com/office/drawing/2014/main" val="1846144192"/>
                  </a:ext>
                </a:extLst>
              </a:tr>
              <a:tr h="370839">
                <a:tc>
                  <a:txBody>
                    <a:bodyPr/>
                    <a:lstStyle/>
                    <a:p>
                      <a:pPr algn="ctr"/>
                      <a:r>
                        <a:rPr lang="en-US"/>
                        <a:t>Data cleansing &amp; Model Selection</a:t>
                      </a:r>
                    </a:p>
                  </a:txBody>
                  <a:tcPr/>
                </a:tc>
                <a:tc>
                  <a:txBody>
                    <a:bodyPr/>
                    <a:lstStyle/>
                    <a:p>
                      <a:pPr algn="ctr"/>
                      <a:r>
                        <a:rPr lang="en-US"/>
                        <a:t>Max, Manoj, Shan</a:t>
                      </a:r>
                    </a:p>
                  </a:txBody>
                  <a:tcPr/>
                </a:tc>
                <a:tc>
                  <a:txBody>
                    <a:bodyPr/>
                    <a:lstStyle/>
                    <a:p>
                      <a:pPr algn="ctr"/>
                      <a:r>
                        <a:rPr lang="en-US"/>
                        <a:t>10/05 - 10/25</a:t>
                      </a:r>
                    </a:p>
                  </a:txBody>
                  <a:tcPr/>
                </a:tc>
                <a:extLst>
                  <a:ext uri="{0D108BD9-81ED-4DB2-BD59-A6C34878D82A}">
                    <a16:rowId xmlns:a16="http://schemas.microsoft.com/office/drawing/2014/main" val="895979723"/>
                  </a:ext>
                </a:extLst>
              </a:tr>
              <a:tr h="370839">
                <a:tc>
                  <a:txBody>
                    <a:bodyPr/>
                    <a:lstStyle/>
                    <a:p>
                      <a:pPr algn="ctr"/>
                      <a:r>
                        <a:rPr lang="en-US"/>
                        <a:t>Develop initial models &amp; UI</a:t>
                      </a:r>
                    </a:p>
                  </a:txBody>
                  <a:tcPr/>
                </a:tc>
                <a:tc>
                  <a:txBody>
                    <a:bodyPr/>
                    <a:lstStyle/>
                    <a:p>
                      <a:pPr algn="ctr"/>
                      <a:r>
                        <a:rPr lang="en-US"/>
                        <a:t>Shan, Manoj</a:t>
                      </a:r>
                    </a:p>
                  </a:txBody>
                  <a:tcPr/>
                </a:tc>
                <a:tc>
                  <a:txBody>
                    <a:bodyPr/>
                    <a:lstStyle/>
                    <a:p>
                      <a:pPr algn="ctr"/>
                      <a:r>
                        <a:rPr lang="en-US"/>
                        <a:t>10/12 - 11/15</a:t>
                      </a:r>
                    </a:p>
                  </a:txBody>
                  <a:tcPr/>
                </a:tc>
                <a:extLst>
                  <a:ext uri="{0D108BD9-81ED-4DB2-BD59-A6C34878D82A}">
                    <a16:rowId xmlns:a16="http://schemas.microsoft.com/office/drawing/2014/main" val="4282791486"/>
                  </a:ext>
                </a:extLst>
              </a:tr>
              <a:tr h="370839">
                <a:tc>
                  <a:txBody>
                    <a:bodyPr/>
                    <a:lstStyle/>
                    <a:p>
                      <a:pPr algn="ctr"/>
                      <a:r>
                        <a:rPr lang="en-US"/>
                        <a:t>Integrate models into UI</a:t>
                      </a:r>
                    </a:p>
                  </a:txBody>
                  <a:tcPr/>
                </a:tc>
                <a:tc>
                  <a:txBody>
                    <a:bodyPr/>
                    <a:lstStyle/>
                    <a:p>
                      <a:pPr algn="ctr"/>
                      <a:r>
                        <a:rPr lang="en-US"/>
                        <a:t>Shan, Manoj</a:t>
                      </a:r>
                    </a:p>
                  </a:txBody>
                  <a:tcPr/>
                </a:tc>
                <a:tc>
                  <a:txBody>
                    <a:bodyPr/>
                    <a:lstStyle/>
                    <a:p>
                      <a:pPr algn="ctr"/>
                      <a:r>
                        <a:rPr lang="en-US"/>
                        <a:t>11/09 - 11/22</a:t>
                      </a:r>
                    </a:p>
                  </a:txBody>
                  <a:tcPr/>
                </a:tc>
                <a:extLst>
                  <a:ext uri="{0D108BD9-81ED-4DB2-BD59-A6C34878D82A}">
                    <a16:rowId xmlns:a16="http://schemas.microsoft.com/office/drawing/2014/main" val="2818446429"/>
                  </a:ext>
                </a:extLst>
              </a:tr>
              <a:tr h="370839">
                <a:tc>
                  <a:txBody>
                    <a:bodyPr/>
                    <a:lstStyle/>
                    <a:p>
                      <a:pPr algn="ctr"/>
                      <a:r>
                        <a:rPr lang="en-US"/>
                        <a:t>Model Evaluation &amp; Testing</a:t>
                      </a:r>
                    </a:p>
                  </a:txBody>
                  <a:tcPr/>
                </a:tc>
                <a:tc>
                  <a:txBody>
                    <a:bodyPr/>
                    <a:lstStyle/>
                    <a:p>
                      <a:pPr algn="ctr"/>
                      <a:r>
                        <a:rPr lang="en-US"/>
                        <a:t>Jay, Katherine</a:t>
                      </a:r>
                    </a:p>
                  </a:txBody>
                  <a:tcPr/>
                </a:tc>
                <a:tc>
                  <a:txBody>
                    <a:bodyPr/>
                    <a:lstStyle/>
                    <a:p>
                      <a:pPr algn="ctr"/>
                      <a:r>
                        <a:rPr lang="en-US"/>
                        <a:t>11/16 - 11/29</a:t>
                      </a:r>
                    </a:p>
                  </a:txBody>
                  <a:tcPr/>
                </a:tc>
                <a:extLst>
                  <a:ext uri="{0D108BD9-81ED-4DB2-BD59-A6C34878D82A}">
                    <a16:rowId xmlns:a16="http://schemas.microsoft.com/office/drawing/2014/main" val="791039925"/>
                  </a:ext>
                </a:extLst>
              </a:tr>
              <a:tr h="370839">
                <a:tc>
                  <a:txBody>
                    <a:bodyPr/>
                    <a:lstStyle/>
                    <a:p>
                      <a:pPr algn="ctr"/>
                      <a:r>
                        <a:rPr lang="en-US"/>
                        <a:t>Final report &amp; Poster development</a:t>
                      </a:r>
                    </a:p>
                  </a:txBody>
                  <a:tcPr/>
                </a:tc>
                <a:tc>
                  <a:txBody>
                    <a:bodyPr/>
                    <a:lstStyle/>
                    <a:p>
                      <a:pPr algn="ctr"/>
                      <a:r>
                        <a:rPr lang="en-US"/>
                        <a:t>Jay, Max, Katherine</a:t>
                      </a:r>
                    </a:p>
                  </a:txBody>
                  <a:tcPr/>
                </a:tc>
                <a:tc>
                  <a:txBody>
                    <a:bodyPr/>
                    <a:lstStyle/>
                    <a:p>
                      <a:pPr algn="ctr"/>
                      <a:r>
                        <a:rPr lang="en-US"/>
                        <a:t>11/23 - 12/03</a:t>
                      </a:r>
                    </a:p>
                  </a:txBody>
                  <a:tcPr/>
                </a:tc>
                <a:extLst>
                  <a:ext uri="{0D108BD9-81ED-4DB2-BD59-A6C34878D82A}">
                    <a16:rowId xmlns:a16="http://schemas.microsoft.com/office/drawing/2014/main" val="1396196843"/>
                  </a:ext>
                </a:extLst>
              </a:tr>
            </a:tbl>
          </a:graphicData>
        </a:graphic>
      </p:graphicFrame>
      <p:sp>
        <p:nvSpPr>
          <p:cNvPr id="5" name="TextBox 4">
            <a:extLst>
              <a:ext uri="{FF2B5EF4-FFF2-40B4-BE49-F238E27FC236}">
                <a16:creationId xmlns:a16="http://schemas.microsoft.com/office/drawing/2014/main" id="{45C44C09-0216-00DE-ADC4-9DFBD135D791}"/>
              </a:ext>
            </a:extLst>
          </p:cNvPr>
          <p:cNvSpPr txBox="1"/>
          <p:nvPr/>
        </p:nvSpPr>
        <p:spPr>
          <a:xfrm>
            <a:off x="379018" y="4957573"/>
            <a:ext cx="11416552"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cs typeface="Arial"/>
              </a:rPr>
              <a:t>Outline of key deliverables – research, dataset identification and cleansing, model &amp; UI development, validation and final report presentation - running from September 21st through December 3rd</a:t>
            </a:r>
          </a:p>
        </p:txBody>
      </p:sp>
    </p:spTree>
    <p:extLst>
      <p:ext uri="{BB962C8B-B14F-4D97-AF65-F5344CB8AC3E}">
        <p14:creationId xmlns:p14="http://schemas.microsoft.com/office/powerpoint/2010/main" val="4250806467"/>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AB63E-EC14-418B-29A3-8A070DCA35A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4048A4A-AD48-A363-7830-D1EC9E08A9D6}"/>
              </a:ext>
            </a:extLst>
          </p:cNvPr>
          <p:cNvSpPr>
            <a:spLocks noGrp="1"/>
          </p:cNvSpPr>
          <p:nvPr>
            <p:ph type="title"/>
          </p:nvPr>
        </p:nvSpPr>
        <p:spPr/>
        <p:txBody>
          <a:bodyPr/>
          <a:lstStyle/>
          <a:p>
            <a:r>
              <a:rPr lang="en-US">
                <a:latin typeface="Roboto"/>
                <a:ea typeface="Roboto"/>
                <a:cs typeface="Roboto"/>
              </a:rPr>
              <a:t>UI Concept </a:t>
            </a:r>
            <a:endParaRPr lang="en-US"/>
          </a:p>
        </p:txBody>
      </p:sp>
      <p:pic>
        <p:nvPicPr>
          <p:cNvPr id="5" name="Content Placeholder 4">
            <a:extLst>
              <a:ext uri="{FF2B5EF4-FFF2-40B4-BE49-F238E27FC236}">
                <a16:creationId xmlns:a16="http://schemas.microsoft.com/office/drawing/2014/main" id="{C55F687E-DA43-5769-0136-36A554217678}"/>
              </a:ext>
            </a:extLst>
          </p:cNvPr>
          <p:cNvPicPr>
            <a:picLocks noGrp="1" noChangeAspect="1"/>
          </p:cNvPicPr>
          <p:nvPr>
            <p:ph idx="1"/>
          </p:nvPr>
        </p:nvPicPr>
        <p:blipFill>
          <a:blip r:embed="rId3"/>
          <a:stretch>
            <a:fillRect/>
          </a:stretch>
        </p:blipFill>
        <p:spPr>
          <a:xfrm>
            <a:off x="873426" y="989089"/>
            <a:ext cx="9350689" cy="4570968"/>
          </a:xfrm>
          <a:prstGeom prst="rect">
            <a:avLst/>
          </a:prstGeom>
        </p:spPr>
      </p:pic>
      <p:sp>
        <p:nvSpPr>
          <p:cNvPr id="7" name="TextBox 6">
            <a:extLst>
              <a:ext uri="{FF2B5EF4-FFF2-40B4-BE49-F238E27FC236}">
                <a16:creationId xmlns:a16="http://schemas.microsoft.com/office/drawing/2014/main" id="{DEC4FC4D-6710-4CA4-8638-1306CDAE3513}"/>
              </a:ext>
            </a:extLst>
          </p:cNvPr>
          <p:cNvSpPr txBox="1"/>
          <p:nvPr/>
        </p:nvSpPr>
        <p:spPr>
          <a:xfrm>
            <a:off x="1136072" y="5624945"/>
            <a:ext cx="85344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Note: Visual concept mockup generated via AI for illustration purposes.</a:t>
            </a:r>
            <a:endParaRPr lang="en-US"/>
          </a:p>
        </p:txBody>
      </p:sp>
    </p:spTree>
    <p:extLst>
      <p:ext uri="{BB962C8B-B14F-4D97-AF65-F5344CB8AC3E}">
        <p14:creationId xmlns:p14="http://schemas.microsoft.com/office/powerpoint/2010/main" val="968076121"/>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FACC4-8BA4-D145-6D28-7181D4BBF84B}"/>
              </a:ext>
            </a:extLst>
          </p:cNvPr>
          <p:cNvSpPr>
            <a:spLocks noGrp="1"/>
          </p:cNvSpPr>
          <p:nvPr>
            <p:ph type="title"/>
          </p:nvPr>
        </p:nvSpPr>
        <p:spPr/>
        <p:txBody>
          <a:bodyPr/>
          <a:lstStyle/>
          <a:p>
            <a:r>
              <a:rPr lang="en-US"/>
              <a:t>Title Option 1</a:t>
            </a:r>
          </a:p>
        </p:txBody>
      </p:sp>
      <p:sp>
        <p:nvSpPr>
          <p:cNvPr id="3" name="Content Placeholder 2">
            <a:extLst>
              <a:ext uri="{FF2B5EF4-FFF2-40B4-BE49-F238E27FC236}">
                <a16:creationId xmlns:a16="http://schemas.microsoft.com/office/drawing/2014/main" id="{C0E02467-1D6D-30DE-402A-35783DB9D56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4270918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7652D-12A2-A4D1-D29B-8642BBA2D70B}"/>
              </a:ext>
            </a:extLst>
          </p:cNvPr>
          <p:cNvSpPr>
            <a:spLocks noGrp="1"/>
          </p:cNvSpPr>
          <p:nvPr>
            <p:ph type="title"/>
          </p:nvPr>
        </p:nvSpPr>
        <p:spPr/>
        <p:txBody>
          <a:bodyPr/>
          <a:lstStyle/>
          <a:p>
            <a:r>
              <a:rPr lang="en-US"/>
              <a:t>Title Option 2</a:t>
            </a:r>
          </a:p>
        </p:txBody>
      </p:sp>
      <p:sp>
        <p:nvSpPr>
          <p:cNvPr id="3" name="Content Placeholder 2">
            <a:extLst>
              <a:ext uri="{FF2B5EF4-FFF2-40B4-BE49-F238E27FC236}">
                <a16:creationId xmlns:a16="http://schemas.microsoft.com/office/drawing/2014/main" id="{BA57C2B9-BD68-EC9C-4FC5-6CB9D13CDAC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8248707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5B876-C2EB-5C2E-A424-5BD2F63011AA}"/>
              </a:ext>
            </a:extLst>
          </p:cNvPr>
          <p:cNvSpPr>
            <a:spLocks noGrp="1"/>
          </p:cNvSpPr>
          <p:nvPr>
            <p:ph type="title"/>
          </p:nvPr>
        </p:nvSpPr>
        <p:spPr>
          <a:xfrm>
            <a:off x="1642654" y="1948985"/>
            <a:ext cx="8906692" cy="2960028"/>
          </a:xfrm>
        </p:spPr>
        <p:txBody>
          <a:bodyPr/>
          <a:lstStyle/>
          <a:p>
            <a:pPr algn="ctr"/>
            <a:r>
              <a:rPr lang="en-US"/>
              <a:t>Content Blocks</a:t>
            </a:r>
          </a:p>
        </p:txBody>
      </p:sp>
    </p:spTree>
    <p:extLst>
      <p:ext uri="{BB962C8B-B14F-4D97-AF65-F5344CB8AC3E}">
        <p14:creationId xmlns:p14="http://schemas.microsoft.com/office/powerpoint/2010/main" val="1365255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98A02-B3C7-8A20-70BE-F693F8298621}"/>
              </a:ext>
            </a:extLst>
          </p:cNvPr>
          <p:cNvSpPr>
            <a:spLocks noGrp="1"/>
          </p:cNvSpPr>
          <p:nvPr>
            <p:ph type="title"/>
          </p:nvPr>
        </p:nvSpPr>
        <p:spPr>
          <a:xfrm>
            <a:off x="381001" y="518884"/>
            <a:ext cx="3932767" cy="1189266"/>
          </a:xfrm>
        </p:spPr>
        <p:txBody>
          <a:bodyPr anchor="t"/>
          <a:lstStyle/>
          <a:p>
            <a:r>
              <a:rPr lang="en-US"/>
              <a:t>Headlines with Text and Images</a:t>
            </a:r>
          </a:p>
        </p:txBody>
      </p:sp>
      <p:pic>
        <p:nvPicPr>
          <p:cNvPr id="6" name="Content Placeholder 5" descr="A picture containing sky, outdoor, place of worship&#10;&#10;Description automatically generated">
            <a:extLst>
              <a:ext uri="{FF2B5EF4-FFF2-40B4-BE49-F238E27FC236}">
                <a16:creationId xmlns:a16="http://schemas.microsoft.com/office/drawing/2014/main" id="{F4A73DDE-F699-B26D-E132-539132C19485}"/>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tretch>
            <a:fillRect/>
          </a:stretch>
        </p:blipFill>
        <p:spPr>
          <a:xfrm>
            <a:off x="4624250" y="518884"/>
            <a:ext cx="7186749" cy="4789239"/>
          </a:xfrm>
        </p:spPr>
      </p:pic>
      <p:sp>
        <p:nvSpPr>
          <p:cNvPr id="4" name="Text Placeholder 3">
            <a:extLst>
              <a:ext uri="{FF2B5EF4-FFF2-40B4-BE49-F238E27FC236}">
                <a16:creationId xmlns:a16="http://schemas.microsoft.com/office/drawing/2014/main" id="{88C61021-43BE-6321-063C-E11195E7B4AC}"/>
              </a:ext>
            </a:extLst>
          </p:cNvPr>
          <p:cNvSpPr>
            <a:spLocks noGrp="1"/>
          </p:cNvSpPr>
          <p:nvPr>
            <p:ph type="body" sz="half" idx="2"/>
          </p:nvPr>
        </p:nvSpPr>
        <p:spPr>
          <a:xfrm>
            <a:off x="381001" y="1925599"/>
            <a:ext cx="3932767" cy="3382525"/>
          </a:xfrm>
        </p:spPr>
        <p:txBody>
          <a:bodyPr>
            <a:noAutofit/>
          </a:bodyPr>
          <a:lstStyle/>
          <a:p>
            <a:pPr>
              <a:lnSpc>
                <a:spcPct val="120000"/>
              </a:lnSpc>
            </a:pPr>
            <a:r>
              <a:rPr lang="en-US" sz="1400"/>
              <a:t>Lorem ipsum dolor sit </a:t>
            </a:r>
            <a:r>
              <a:rPr lang="en-US" sz="1400" err="1"/>
              <a:t>amet</a:t>
            </a:r>
            <a:r>
              <a:rPr lang="en-US" sz="1400"/>
              <a:t>, </a:t>
            </a:r>
            <a:r>
              <a:rPr lang="en-US" sz="1400" err="1"/>
              <a:t>consectetur</a:t>
            </a:r>
            <a:r>
              <a:rPr lang="en-US" sz="1400"/>
              <a:t> </a:t>
            </a:r>
            <a:r>
              <a:rPr lang="en-US" sz="1400" err="1"/>
              <a:t>adipiscing</a:t>
            </a:r>
            <a:r>
              <a:rPr lang="en-US" sz="1400"/>
              <a:t> </a:t>
            </a:r>
            <a:r>
              <a:rPr lang="en-US" sz="1400" err="1"/>
              <a:t>elit</a:t>
            </a:r>
            <a:r>
              <a:rPr lang="en-US" sz="1400"/>
              <a:t>. </a:t>
            </a:r>
            <a:r>
              <a:rPr lang="en-US" sz="1400" err="1"/>
              <a:t>Nullam</a:t>
            </a:r>
            <a:r>
              <a:rPr lang="en-US" sz="1400"/>
              <a:t> </a:t>
            </a:r>
            <a:r>
              <a:rPr lang="en-US" sz="1400" err="1"/>
              <a:t>placerat</a:t>
            </a:r>
            <a:r>
              <a:rPr lang="en-US" sz="1400"/>
              <a:t> </a:t>
            </a:r>
            <a:r>
              <a:rPr lang="en-US" sz="1400" err="1"/>
              <a:t>purus</a:t>
            </a:r>
            <a:r>
              <a:rPr lang="en-US" sz="1400"/>
              <a:t> vitae </a:t>
            </a:r>
            <a:r>
              <a:rPr lang="en-US" sz="1400" err="1"/>
              <a:t>pellentesque</a:t>
            </a:r>
            <a:r>
              <a:rPr lang="en-US" sz="1400"/>
              <a:t> semper. Duis </a:t>
            </a:r>
            <a:r>
              <a:rPr lang="en-US" sz="1400" err="1"/>
              <a:t>urna</a:t>
            </a:r>
            <a:r>
              <a:rPr lang="en-US" sz="1400"/>
              <a:t> </a:t>
            </a:r>
            <a:r>
              <a:rPr lang="en-US" sz="1400" err="1"/>
              <a:t>tortor</a:t>
            </a:r>
            <a:r>
              <a:rPr lang="en-US" sz="1400"/>
              <a:t>, </a:t>
            </a:r>
            <a:r>
              <a:rPr lang="en-US" sz="1400" err="1"/>
              <a:t>aliquam</a:t>
            </a:r>
            <a:r>
              <a:rPr lang="en-US" sz="1400"/>
              <a:t> </a:t>
            </a:r>
            <a:r>
              <a:rPr lang="en-US" sz="1400" err="1"/>
              <a:t>eu</a:t>
            </a:r>
            <a:r>
              <a:rPr lang="en-US" sz="1400"/>
              <a:t> </a:t>
            </a:r>
            <a:r>
              <a:rPr lang="en-US" sz="1400" err="1"/>
              <a:t>urna</a:t>
            </a:r>
            <a:r>
              <a:rPr lang="en-US" sz="1400"/>
              <a:t> et, </a:t>
            </a:r>
            <a:r>
              <a:rPr lang="en-US" sz="1400" err="1"/>
              <a:t>mattis</a:t>
            </a:r>
            <a:r>
              <a:rPr lang="en-US" sz="1400"/>
              <a:t> </a:t>
            </a:r>
            <a:r>
              <a:rPr lang="en-US" sz="1400" err="1"/>
              <a:t>molestie</a:t>
            </a:r>
            <a:r>
              <a:rPr lang="en-US" sz="1400"/>
              <a:t> </a:t>
            </a:r>
            <a:r>
              <a:rPr lang="en-US" sz="1400" err="1"/>
              <a:t>orci</a:t>
            </a:r>
            <a:r>
              <a:rPr lang="en-US" sz="1400"/>
              <a:t>. Vestibulum ante ipsum </a:t>
            </a:r>
            <a:r>
              <a:rPr lang="en-US" sz="1400" err="1"/>
              <a:t>primis</a:t>
            </a:r>
            <a:r>
              <a:rPr lang="en-US" sz="1400"/>
              <a:t> in </a:t>
            </a:r>
            <a:r>
              <a:rPr lang="en-US" sz="1400" err="1"/>
              <a:t>faucibus</a:t>
            </a:r>
            <a:r>
              <a:rPr lang="en-US" sz="1400"/>
              <a:t> </a:t>
            </a:r>
            <a:r>
              <a:rPr lang="en-US" sz="1400" err="1"/>
              <a:t>orci</a:t>
            </a:r>
            <a:r>
              <a:rPr lang="en-US" sz="1400"/>
              <a:t> </a:t>
            </a:r>
            <a:r>
              <a:rPr lang="en-US" sz="1400" err="1"/>
              <a:t>luctus</a:t>
            </a:r>
            <a:r>
              <a:rPr lang="en-US" sz="1400"/>
              <a:t> et </a:t>
            </a:r>
            <a:r>
              <a:rPr lang="en-US" sz="1400" err="1"/>
              <a:t>ultrices</a:t>
            </a:r>
            <a:r>
              <a:rPr lang="en-US" sz="1400"/>
              <a:t> </a:t>
            </a:r>
            <a:r>
              <a:rPr lang="en-US" sz="1400" err="1"/>
              <a:t>posuere</a:t>
            </a:r>
            <a:r>
              <a:rPr lang="en-US" sz="1400"/>
              <a:t> </a:t>
            </a:r>
            <a:r>
              <a:rPr lang="en-US" sz="1400" err="1"/>
              <a:t>cubilia</a:t>
            </a:r>
            <a:r>
              <a:rPr lang="en-US" sz="1400"/>
              <a:t> </a:t>
            </a:r>
            <a:r>
              <a:rPr lang="en-US" sz="1400" err="1"/>
              <a:t>curae</a:t>
            </a:r>
            <a:r>
              <a:rPr lang="en-US" sz="1400"/>
              <a:t>; Cras tempus </a:t>
            </a:r>
            <a:r>
              <a:rPr lang="en-US" sz="1400" err="1"/>
              <a:t>neque</a:t>
            </a:r>
            <a:r>
              <a:rPr lang="en-US" sz="1400"/>
              <a:t> id ligula </a:t>
            </a:r>
            <a:r>
              <a:rPr lang="en-US" sz="1400" err="1"/>
              <a:t>commodo</a:t>
            </a:r>
            <a:r>
              <a:rPr lang="en-US" sz="1400"/>
              <a:t> </a:t>
            </a:r>
            <a:r>
              <a:rPr lang="en-US" sz="1400" err="1"/>
              <a:t>condimentum</a:t>
            </a:r>
            <a:r>
              <a:rPr lang="en-US" sz="1400"/>
              <a:t>. </a:t>
            </a:r>
            <a:r>
              <a:rPr lang="en-US" sz="1400" err="1"/>
              <a:t>Etiam</a:t>
            </a:r>
            <a:r>
              <a:rPr lang="en-US" sz="1400"/>
              <a:t> dui eros, </a:t>
            </a:r>
            <a:r>
              <a:rPr lang="en-US" sz="1400" err="1"/>
              <a:t>rutrum</a:t>
            </a:r>
            <a:r>
              <a:rPr lang="en-US" sz="1400"/>
              <a:t> et </a:t>
            </a:r>
            <a:r>
              <a:rPr lang="en-US" sz="1400" err="1"/>
              <a:t>tellus</a:t>
            </a:r>
            <a:r>
              <a:rPr lang="en-US" sz="1400"/>
              <a:t> at, maximus </a:t>
            </a:r>
            <a:r>
              <a:rPr lang="en-US" sz="1400" err="1"/>
              <a:t>finibus</a:t>
            </a:r>
            <a:r>
              <a:rPr lang="en-US" sz="1400"/>
              <a:t> dolor. </a:t>
            </a:r>
            <a:r>
              <a:rPr lang="en-US" sz="1400" err="1"/>
              <a:t>Fusce</a:t>
            </a:r>
            <a:r>
              <a:rPr lang="en-US" sz="1400"/>
              <a:t> </a:t>
            </a:r>
            <a:r>
              <a:rPr lang="en-US" sz="1400" err="1"/>
              <a:t>eget</a:t>
            </a:r>
            <a:r>
              <a:rPr lang="en-US" sz="1400"/>
              <a:t> </a:t>
            </a:r>
            <a:r>
              <a:rPr lang="en-US" sz="1400" err="1"/>
              <a:t>tellus</a:t>
            </a:r>
            <a:r>
              <a:rPr lang="en-US" sz="1400"/>
              <a:t> </a:t>
            </a:r>
            <a:r>
              <a:rPr lang="en-US" sz="1400" err="1"/>
              <a:t>euismod</a:t>
            </a:r>
            <a:r>
              <a:rPr lang="en-US" sz="1400"/>
              <a:t>, </a:t>
            </a:r>
            <a:r>
              <a:rPr lang="en-US" sz="1400" err="1"/>
              <a:t>volutpat</a:t>
            </a:r>
            <a:r>
              <a:rPr lang="en-US" sz="1400"/>
              <a:t> </a:t>
            </a:r>
            <a:r>
              <a:rPr lang="en-US" sz="1400" err="1"/>
              <a:t>orci</a:t>
            </a:r>
            <a:r>
              <a:rPr lang="en-US" sz="1400"/>
              <a:t> id, convallis lorem. Proin </a:t>
            </a:r>
            <a:r>
              <a:rPr lang="en-US" sz="1400" err="1"/>
              <a:t>ultricies</a:t>
            </a:r>
            <a:r>
              <a:rPr lang="en-US" sz="1400"/>
              <a:t> pharetra ligula vitae </a:t>
            </a:r>
            <a:r>
              <a:rPr lang="en-US" sz="1400" err="1"/>
              <a:t>blandit</a:t>
            </a:r>
            <a:r>
              <a:rPr lang="en-US" sz="1400"/>
              <a:t>. </a:t>
            </a:r>
            <a:r>
              <a:rPr lang="en-US" sz="1400" err="1"/>
              <a:t>Aliquam</a:t>
            </a:r>
            <a:r>
              <a:rPr lang="en-US" sz="1400"/>
              <a:t> </a:t>
            </a:r>
            <a:r>
              <a:rPr lang="en-US" sz="1400" err="1"/>
              <a:t>porttitor</a:t>
            </a:r>
            <a:r>
              <a:rPr lang="en-US" sz="1400"/>
              <a:t> mi </a:t>
            </a:r>
            <a:r>
              <a:rPr lang="en-US" sz="1400" err="1"/>
              <a:t>nec</a:t>
            </a:r>
            <a:r>
              <a:rPr lang="en-US" sz="1400"/>
              <a:t> </a:t>
            </a:r>
            <a:r>
              <a:rPr lang="en-US" sz="1400" err="1"/>
              <a:t>finibus</a:t>
            </a:r>
            <a:r>
              <a:rPr lang="en-US" sz="1400"/>
              <a:t> lacinia. </a:t>
            </a:r>
            <a:r>
              <a:rPr lang="en-US" sz="1400" err="1"/>
              <a:t>Curabitur</a:t>
            </a:r>
            <a:r>
              <a:rPr lang="en-US" sz="1400"/>
              <a:t> </a:t>
            </a:r>
            <a:r>
              <a:rPr lang="en-US" sz="1400" err="1"/>
              <a:t>pretium</a:t>
            </a:r>
            <a:r>
              <a:rPr lang="en-US" sz="1400"/>
              <a:t> convallis </a:t>
            </a:r>
            <a:r>
              <a:rPr lang="en-US" sz="1400" err="1"/>
              <a:t>tellus</a:t>
            </a:r>
            <a:r>
              <a:rPr lang="en-US" sz="1400"/>
              <a:t>, </a:t>
            </a:r>
            <a:r>
              <a:rPr lang="en-US" sz="1400" err="1"/>
              <a:t>eu</a:t>
            </a:r>
            <a:r>
              <a:rPr lang="en-US" sz="1400"/>
              <a:t> </a:t>
            </a:r>
            <a:r>
              <a:rPr lang="en-US" sz="1400" err="1"/>
              <a:t>egestas</a:t>
            </a:r>
            <a:r>
              <a:rPr lang="en-US" sz="1400"/>
              <a:t> nisi </a:t>
            </a:r>
            <a:r>
              <a:rPr lang="en-US" sz="1400" err="1"/>
              <a:t>tincidunt</a:t>
            </a:r>
            <a:r>
              <a:rPr lang="en-US" sz="1400"/>
              <a:t> </a:t>
            </a:r>
            <a:r>
              <a:rPr lang="en-US" sz="1400" err="1"/>
              <a:t>ut.</a:t>
            </a:r>
            <a:r>
              <a:rPr lang="en-US" sz="1400"/>
              <a:t> </a:t>
            </a:r>
          </a:p>
        </p:txBody>
      </p:sp>
    </p:spTree>
    <p:extLst>
      <p:ext uri="{BB962C8B-B14F-4D97-AF65-F5344CB8AC3E}">
        <p14:creationId xmlns:p14="http://schemas.microsoft.com/office/powerpoint/2010/main" val="27240528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1A1DECB-6E05-DCE9-8DBE-E10A94C4B6C6}"/>
              </a:ext>
            </a:extLst>
          </p:cNvPr>
          <p:cNvPicPr>
            <a:picLocks noChangeAspect="1"/>
          </p:cNvPicPr>
          <p:nvPr/>
        </p:nvPicPr>
        <p:blipFill>
          <a:blip r:embed="rId3"/>
          <a:srcRect t="15" b="15"/>
          <a:stretch/>
        </p:blipFill>
        <p:spPr>
          <a:xfrm>
            <a:off x="0" y="3573"/>
            <a:ext cx="12179296" cy="6850854"/>
          </a:xfrm>
          <a:prstGeom prst="rect">
            <a:avLst/>
          </a:prstGeom>
        </p:spPr>
      </p:pic>
      <p:pic>
        <p:nvPicPr>
          <p:cNvPr id="3" name="Picture 2">
            <a:extLst>
              <a:ext uri="{FF2B5EF4-FFF2-40B4-BE49-F238E27FC236}">
                <a16:creationId xmlns:a16="http://schemas.microsoft.com/office/drawing/2014/main" id="{113F6911-D671-1D2D-E405-34C9B8639780}"/>
              </a:ext>
            </a:extLst>
          </p:cNvPr>
          <p:cNvPicPr>
            <a:picLocks noChangeAspect="1"/>
          </p:cNvPicPr>
          <p:nvPr/>
        </p:nvPicPr>
        <p:blipFill rotWithShape="1">
          <a:blip r:embed="rId4"/>
          <a:srcRect t="73770"/>
          <a:stretch/>
        </p:blipFill>
        <p:spPr>
          <a:xfrm>
            <a:off x="1" y="5059179"/>
            <a:ext cx="12191999" cy="1798821"/>
          </a:xfrm>
          <a:prstGeom prst="rect">
            <a:avLst/>
          </a:prstGeom>
        </p:spPr>
      </p:pic>
      <p:sp>
        <p:nvSpPr>
          <p:cNvPr id="6" name="Title 1">
            <a:extLst>
              <a:ext uri="{FF2B5EF4-FFF2-40B4-BE49-F238E27FC236}">
                <a16:creationId xmlns:a16="http://schemas.microsoft.com/office/drawing/2014/main" id="{B54F78F0-FB39-3A52-49A5-2DF62897BA39}"/>
              </a:ext>
            </a:extLst>
          </p:cNvPr>
          <p:cNvSpPr txBox="1">
            <a:spLocks/>
          </p:cNvSpPr>
          <p:nvPr/>
        </p:nvSpPr>
        <p:spPr>
          <a:xfrm>
            <a:off x="381000" y="200722"/>
            <a:ext cx="11430000" cy="1014761"/>
          </a:xfrm>
          <a:prstGeom prst="rect">
            <a:avLst/>
          </a:prstGeom>
        </p:spPr>
        <p:txBody>
          <a:bodyPr anchor="ctr">
            <a:normAutofit/>
          </a:bodyPr>
          <a:lstStyle>
            <a:lvl1pPr algn="l" defTabSz="914400" rtl="0" eaLnBrk="1" latinLnBrk="0" hangingPunct="1">
              <a:lnSpc>
                <a:spcPct val="90000"/>
              </a:lnSpc>
              <a:spcBef>
                <a:spcPct val="0"/>
              </a:spcBef>
              <a:buNone/>
              <a:defRPr sz="3600" b="1" i="0" kern="1200" baseline="0">
                <a:solidFill>
                  <a:srgbClr val="A7934B"/>
                </a:solidFill>
                <a:latin typeface="Roboto" panose="02000000000000000000" pitchFamily="2" charset="0"/>
                <a:ea typeface="Roboto" panose="02000000000000000000" pitchFamily="2" charset="0"/>
                <a:cs typeface="Roboto" panose="02000000000000000000" pitchFamily="2" charset="0"/>
              </a:defRPr>
            </a:lvl1pPr>
          </a:lstStyle>
          <a:p>
            <a:r>
              <a:rPr lang="en-US">
                <a:solidFill>
                  <a:schemeClr val="bg1"/>
                </a:solidFill>
              </a:rPr>
              <a:t>Full Page Photo</a:t>
            </a:r>
          </a:p>
        </p:txBody>
      </p:sp>
    </p:spTree>
    <p:extLst>
      <p:ext uri="{BB962C8B-B14F-4D97-AF65-F5344CB8AC3E}">
        <p14:creationId xmlns:p14="http://schemas.microsoft.com/office/powerpoint/2010/main" val="25445815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F2D18-84AC-0C46-A67D-FB13595DAA34}"/>
              </a:ext>
            </a:extLst>
          </p:cNvPr>
          <p:cNvSpPr>
            <a:spLocks noGrp="1"/>
          </p:cNvSpPr>
          <p:nvPr>
            <p:ph type="title"/>
          </p:nvPr>
        </p:nvSpPr>
        <p:spPr/>
        <p:txBody>
          <a:bodyPr/>
          <a:lstStyle/>
          <a:p>
            <a:r>
              <a:rPr lang="en-US"/>
              <a:t>Charts</a:t>
            </a:r>
          </a:p>
        </p:txBody>
      </p:sp>
      <p:graphicFrame>
        <p:nvGraphicFramePr>
          <p:cNvPr id="5" name="Chart Placeholder 4">
            <a:extLst>
              <a:ext uri="{FF2B5EF4-FFF2-40B4-BE49-F238E27FC236}">
                <a16:creationId xmlns:a16="http://schemas.microsoft.com/office/drawing/2014/main" id="{12A627F4-5D87-8807-EB96-1F5FACBA86C1}"/>
              </a:ext>
            </a:extLst>
          </p:cNvPr>
          <p:cNvGraphicFramePr>
            <a:graphicFrameLocks noGrp="1"/>
          </p:cNvGraphicFramePr>
          <p:nvPr>
            <p:ph type="chart" sz="quarter" idx="12"/>
            <p:extLst>
              <p:ext uri="{D42A27DB-BD31-4B8C-83A1-F6EECF244321}">
                <p14:modId xmlns:p14="http://schemas.microsoft.com/office/powerpoint/2010/main" val="1760041381"/>
              </p:ext>
            </p:extLst>
          </p:nvPr>
        </p:nvGraphicFramePr>
        <p:xfrm>
          <a:off x="381000" y="1452944"/>
          <a:ext cx="7510463" cy="4572000"/>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 Placeholder 3">
            <a:extLst>
              <a:ext uri="{FF2B5EF4-FFF2-40B4-BE49-F238E27FC236}">
                <a16:creationId xmlns:a16="http://schemas.microsoft.com/office/drawing/2014/main" id="{3525CACF-7353-A1EB-5028-32B60322A30B}"/>
              </a:ext>
            </a:extLst>
          </p:cNvPr>
          <p:cNvSpPr>
            <a:spLocks noGrp="1"/>
          </p:cNvSpPr>
          <p:nvPr>
            <p:ph type="body" sz="quarter" idx="13"/>
          </p:nvPr>
        </p:nvSpPr>
        <p:spPr/>
        <p:txBody>
          <a:bodyPr/>
          <a:lstStyle/>
          <a:p>
            <a:r>
              <a:rPr lang="en-US"/>
              <a:t>Captions for charts</a:t>
            </a:r>
          </a:p>
          <a:p>
            <a:r>
              <a:rPr lang="en-US"/>
              <a:t>Please use chart example designs on slides 14–17.</a:t>
            </a:r>
          </a:p>
        </p:txBody>
      </p:sp>
    </p:spTree>
    <p:extLst>
      <p:ext uri="{BB962C8B-B14F-4D97-AF65-F5344CB8AC3E}">
        <p14:creationId xmlns:p14="http://schemas.microsoft.com/office/powerpoint/2010/main" val="6039042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6A601C-F7AC-0C4F-9F21-FDFB1BAE4C2D}"/>
              </a:ext>
            </a:extLst>
          </p:cNvPr>
          <p:cNvSpPr>
            <a:spLocks noGrp="1"/>
          </p:cNvSpPr>
          <p:nvPr>
            <p:ph type="title"/>
          </p:nvPr>
        </p:nvSpPr>
        <p:spPr/>
        <p:txBody>
          <a:bodyPr/>
          <a:lstStyle/>
          <a:p>
            <a:r>
              <a:rPr lang="en-US" b="1">
                <a:latin typeface="Roboto" panose="02000000000000000000" pitchFamily="2" charset="0"/>
                <a:ea typeface="Roboto" panose="02000000000000000000" pitchFamily="2" charset="0"/>
              </a:rPr>
              <a:t>Hex Shape Options and Text Fill</a:t>
            </a:r>
          </a:p>
        </p:txBody>
      </p:sp>
      <p:sp>
        <p:nvSpPr>
          <p:cNvPr id="2" name="Hexagon 1">
            <a:extLst>
              <a:ext uri="{FF2B5EF4-FFF2-40B4-BE49-F238E27FC236}">
                <a16:creationId xmlns:a16="http://schemas.microsoft.com/office/drawing/2014/main" id="{AF4AEEA0-FE9F-4D44-BC70-E436D1D6F898}"/>
              </a:ext>
            </a:extLst>
          </p:cNvPr>
          <p:cNvSpPr/>
          <p:nvPr/>
        </p:nvSpPr>
        <p:spPr>
          <a:xfrm rot="16200000">
            <a:off x="911048" y="1699404"/>
            <a:ext cx="1019615" cy="878979"/>
          </a:xfrm>
          <a:prstGeom prst="hexagon">
            <a:avLst/>
          </a:prstGeom>
          <a:solidFill>
            <a:srgbClr val="B3A369"/>
          </a:solidFill>
          <a:ln>
            <a:solidFill>
              <a:srgbClr val="85743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07F578F-732A-456D-A6CE-57A1B04FA1D7}"/>
              </a:ext>
            </a:extLst>
          </p:cNvPr>
          <p:cNvSpPr txBox="1"/>
          <p:nvPr/>
        </p:nvSpPr>
        <p:spPr>
          <a:xfrm>
            <a:off x="2129368" y="1719959"/>
            <a:ext cx="1448428" cy="789255"/>
          </a:xfrm>
          <a:prstGeom prst="rect">
            <a:avLst/>
          </a:prstGeom>
          <a:noFill/>
        </p:spPr>
        <p:txBody>
          <a:bodyPr wrap="square" rtlCol="0">
            <a:spAutoFit/>
          </a:bodyPr>
          <a:lstStyle/>
          <a:p>
            <a:pPr>
              <a:lnSpc>
                <a:spcPct val="150000"/>
              </a:lnSpc>
            </a:pPr>
            <a:r>
              <a:rPr lang="en-US" sz="1600" b="1">
                <a:latin typeface="Roboto" panose="02000000000000000000" pitchFamily="2" charset="0"/>
                <a:ea typeface="Roboto" panose="02000000000000000000" pitchFamily="2" charset="0"/>
                <a:cs typeface="Roboto" panose="02000000000000000000" pitchFamily="2" charset="0"/>
              </a:rPr>
              <a:t>Shape Fill</a:t>
            </a:r>
          </a:p>
          <a:p>
            <a:pPr>
              <a:lnSpc>
                <a:spcPct val="150000"/>
              </a:lnSpc>
            </a:pPr>
            <a:r>
              <a:rPr lang="en-US" sz="1600" b="1">
                <a:latin typeface="Roboto" panose="02000000000000000000" pitchFamily="2" charset="0"/>
                <a:ea typeface="Roboto" panose="02000000000000000000" pitchFamily="2" charset="0"/>
                <a:cs typeface="Roboto" panose="02000000000000000000" pitchFamily="2" charset="0"/>
              </a:rPr>
              <a:t>Shape Stroke</a:t>
            </a:r>
          </a:p>
        </p:txBody>
      </p:sp>
      <p:sp>
        <p:nvSpPr>
          <p:cNvPr id="8" name="TextBox 7">
            <a:extLst>
              <a:ext uri="{FF2B5EF4-FFF2-40B4-BE49-F238E27FC236}">
                <a16:creationId xmlns:a16="http://schemas.microsoft.com/office/drawing/2014/main" id="{2CC3D8B1-0177-4306-B013-CE44731EA052}"/>
              </a:ext>
            </a:extLst>
          </p:cNvPr>
          <p:cNvSpPr txBox="1"/>
          <p:nvPr/>
        </p:nvSpPr>
        <p:spPr>
          <a:xfrm>
            <a:off x="4229844" y="1719958"/>
            <a:ext cx="2551329" cy="800219"/>
          </a:xfrm>
          <a:prstGeom prst="rect">
            <a:avLst/>
          </a:prstGeom>
          <a:noFill/>
        </p:spPr>
        <p:txBody>
          <a:bodyPr wrap="square" rtlCol="0">
            <a:spAutoFit/>
          </a:bodyPr>
          <a:lstStyle/>
          <a:p>
            <a:pPr>
              <a:lnSpc>
                <a:spcPct val="150000"/>
              </a:lnSpc>
            </a:pPr>
            <a:r>
              <a:rPr lang="en-US" sz="1600">
                <a:latin typeface="Roboto" panose="02000000000000000000" pitchFamily="2" charset="0"/>
                <a:ea typeface="Roboto" panose="02000000000000000000" pitchFamily="2" charset="0"/>
                <a:cs typeface="Roboto" panose="02000000000000000000" pitchFamily="2" charset="0"/>
              </a:rPr>
              <a:t>RGB - 179, 163, 105</a:t>
            </a:r>
          </a:p>
          <a:p>
            <a:pPr>
              <a:lnSpc>
                <a:spcPct val="150000"/>
              </a:lnSpc>
            </a:pPr>
            <a:r>
              <a:rPr lang="en-US" sz="1600">
                <a:latin typeface="Roboto" panose="02000000000000000000" pitchFamily="2" charset="0"/>
                <a:ea typeface="Roboto" panose="02000000000000000000" pitchFamily="2" charset="0"/>
                <a:cs typeface="Roboto" panose="02000000000000000000" pitchFamily="2" charset="0"/>
              </a:rPr>
              <a:t>RGB - 133, 116, 55</a:t>
            </a:r>
          </a:p>
        </p:txBody>
      </p:sp>
      <p:sp>
        <p:nvSpPr>
          <p:cNvPr id="9" name="Rectangle 8">
            <a:extLst>
              <a:ext uri="{FF2B5EF4-FFF2-40B4-BE49-F238E27FC236}">
                <a16:creationId xmlns:a16="http://schemas.microsoft.com/office/drawing/2014/main" id="{19C7DE82-274A-4AA7-A541-0E5DF273FB2E}"/>
              </a:ext>
            </a:extLst>
          </p:cNvPr>
          <p:cNvSpPr/>
          <p:nvPr/>
        </p:nvSpPr>
        <p:spPr>
          <a:xfrm>
            <a:off x="3982398" y="1892454"/>
            <a:ext cx="132867" cy="132867"/>
          </a:xfrm>
          <a:prstGeom prst="rect">
            <a:avLst/>
          </a:prstGeom>
          <a:solidFill>
            <a:srgbClr val="B3A3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03B5052-6FCE-458F-9FBF-F7771655E5E9}"/>
              </a:ext>
            </a:extLst>
          </p:cNvPr>
          <p:cNvSpPr/>
          <p:nvPr/>
        </p:nvSpPr>
        <p:spPr>
          <a:xfrm>
            <a:off x="3982398" y="2258700"/>
            <a:ext cx="132867" cy="132867"/>
          </a:xfrm>
          <a:prstGeom prst="rect">
            <a:avLst/>
          </a:prstGeom>
          <a:solidFill>
            <a:srgbClr val="8574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Hexagon 11">
            <a:extLst>
              <a:ext uri="{FF2B5EF4-FFF2-40B4-BE49-F238E27FC236}">
                <a16:creationId xmlns:a16="http://schemas.microsoft.com/office/drawing/2014/main" id="{E11AC5A0-8880-4F97-8FEC-245B1CB3E411}"/>
              </a:ext>
            </a:extLst>
          </p:cNvPr>
          <p:cNvSpPr/>
          <p:nvPr/>
        </p:nvSpPr>
        <p:spPr>
          <a:xfrm rot="16200000">
            <a:off x="911048" y="2926498"/>
            <a:ext cx="1019617" cy="878981"/>
          </a:xfrm>
          <a:prstGeom prst="hexagon">
            <a:avLst/>
          </a:prstGeom>
          <a:solidFill>
            <a:srgbClr val="003057"/>
          </a:solidFill>
          <a:ln>
            <a:solidFill>
              <a:srgbClr val="171543"/>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18EDE0F1-0B43-4F0E-931E-039B40D4C4DE}"/>
              </a:ext>
            </a:extLst>
          </p:cNvPr>
          <p:cNvSpPr txBox="1"/>
          <p:nvPr/>
        </p:nvSpPr>
        <p:spPr>
          <a:xfrm>
            <a:off x="2129368" y="2962092"/>
            <a:ext cx="1448427" cy="789255"/>
          </a:xfrm>
          <a:prstGeom prst="rect">
            <a:avLst/>
          </a:prstGeom>
          <a:noFill/>
        </p:spPr>
        <p:txBody>
          <a:bodyPr wrap="square" rtlCol="0">
            <a:spAutoFit/>
          </a:bodyPr>
          <a:lstStyle/>
          <a:p>
            <a:pPr>
              <a:lnSpc>
                <a:spcPct val="150000"/>
              </a:lnSpc>
            </a:pPr>
            <a:r>
              <a:rPr lang="en-US" sz="1600" b="1">
                <a:latin typeface="Roboto" panose="02000000000000000000" pitchFamily="2" charset="0"/>
                <a:ea typeface="Roboto" panose="02000000000000000000" pitchFamily="2" charset="0"/>
                <a:cs typeface="Roboto" panose="02000000000000000000" pitchFamily="2" charset="0"/>
              </a:rPr>
              <a:t>Shape Fill</a:t>
            </a:r>
          </a:p>
          <a:p>
            <a:pPr>
              <a:lnSpc>
                <a:spcPct val="150000"/>
              </a:lnSpc>
            </a:pPr>
            <a:r>
              <a:rPr lang="en-US" sz="1600" b="1">
                <a:latin typeface="Roboto" panose="02000000000000000000" pitchFamily="2" charset="0"/>
                <a:ea typeface="Roboto" panose="02000000000000000000" pitchFamily="2" charset="0"/>
                <a:cs typeface="Roboto" panose="02000000000000000000" pitchFamily="2" charset="0"/>
              </a:rPr>
              <a:t>Shape Stroke</a:t>
            </a:r>
          </a:p>
        </p:txBody>
      </p:sp>
      <p:sp>
        <p:nvSpPr>
          <p:cNvPr id="14" name="TextBox 13">
            <a:extLst>
              <a:ext uri="{FF2B5EF4-FFF2-40B4-BE49-F238E27FC236}">
                <a16:creationId xmlns:a16="http://schemas.microsoft.com/office/drawing/2014/main" id="{F7586E39-4060-4AA0-8EA1-339566877EA8}"/>
              </a:ext>
            </a:extLst>
          </p:cNvPr>
          <p:cNvSpPr txBox="1"/>
          <p:nvPr/>
        </p:nvSpPr>
        <p:spPr>
          <a:xfrm>
            <a:off x="4225611" y="2962091"/>
            <a:ext cx="2336055" cy="800219"/>
          </a:xfrm>
          <a:prstGeom prst="rect">
            <a:avLst/>
          </a:prstGeom>
          <a:noFill/>
        </p:spPr>
        <p:txBody>
          <a:bodyPr wrap="square" rtlCol="0">
            <a:spAutoFit/>
          </a:bodyPr>
          <a:lstStyle/>
          <a:p>
            <a:pPr>
              <a:lnSpc>
                <a:spcPct val="150000"/>
              </a:lnSpc>
            </a:pPr>
            <a:r>
              <a:rPr lang="en-US" sz="1600">
                <a:latin typeface="Roboto" panose="02000000000000000000" pitchFamily="2" charset="0"/>
                <a:ea typeface="Roboto" panose="02000000000000000000" pitchFamily="2" charset="0"/>
                <a:cs typeface="Roboto" panose="02000000000000000000" pitchFamily="2" charset="0"/>
              </a:rPr>
              <a:t>RGB – 0, 48, 87</a:t>
            </a:r>
          </a:p>
          <a:p>
            <a:pPr>
              <a:lnSpc>
                <a:spcPct val="150000"/>
              </a:lnSpc>
            </a:pPr>
            <a:r>
              <a:rPr lang="en-US" sz="1600">
                <a:latin typeface="Roboto" panose="02000000000000000000" pitchFamily="2" charset="0"/>
                <a:ea typeface="Roboto" panose="02000000000000000000" pitchFamily="2" charset="0"/>
                <a:cs typeface="Roboto" panose="02000000000000000000" pitchFamily="2" charset="0"/>
              </a:rPr>
              <a:t>RGB – 23, 21, 67</a:t>
            </a:r>
          </a:p>
        </p:txBody>
      </p:sp>
      <p:sp>
        <p:nvSpPr>
          <p:cNvPr id="15" name="Rectangle 14">
            <a:extLst>
              <a:ext uri="{FF2B5EF4-FFF2-40B4-BE49-F238E27FC236}">
                <a16:creationId xmlns:a16="http://schemas.microsoft.com/office/drawing/2014/main" id="{5672608C-274A-4F97-B98B-DD029A51848D}"/>
              </a:ext>
            </a:extLst>
          </p:cNvPr>
          <p:cNvSpPr/>
          <p:nvPr/>
        </p:nvSpPr>
        <p:spPr>
          <a:xfrm>
            <a:off x="3982398" y="3134587"/>
            <a:ext cx="132867" cy="132867"/>
          </a:xfrm>
          <a:prstGeom prst="rect">
            <a:avLst/>
          </a:prstGeom>
          <a:solidFill>
            <a:srgbClr val="0030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E7DA2EC-CAB3-491F-B1D6-117B2F39949E}"/>
              </a:ext>
            </a:extLst>
          </p:cNvPr>
          <p:cNvSpPr/>
          <p:nvPr/>
        </p:nvSpPr>
        <p:spPr>
          <a:xfrm>
            <a:off x="3982398" y="3500833"/>
            <a:ext cx="132867" cy="132867"/>
          </a:xfrm>
          <a:prstGeom prst="rect">
            <a:avLst/>
          </a:prstGeom>
          <a:solidFill>
            <a:srgbClr val="1715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Hexagon 17">
            <a:extLst>
              <a:ext uri="{FF2B5EF4-FFF2-40B4-BE49-F238E27FC236}">
                <a16:creationId xmlns:a16="http://schemas.microsoft.com/office/drawing/2014/main" id="{CBD89031-E9C2-4D86-AA0D-0F43976095B9}"/>
              </a:ext>
            </a:extLst>
          </p:cNvPr>
          <p:cNvSpPr/>
          <p:nvPr/>
        </p:nvSpPr>
        <p:spPr>
          <a:xfrm rot="16200000">
            <a:off x="911047" y="4153715"/>
            <a:ext cx="1019617" cy="878981"/>
          </a:xfrm>
          <a:prstGeom prst="hexagon">
            <a:avLst/>
          </a:prstGeom>
          <a:solidFill>
            <a:srgbClr val="D6DBD4"/>
          </a:solidFill>
          <a:ln>
            <a:solidFill>
              <a:srgbClr val="80808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EB2B34F4-E047-4B64-B42D-605ED7F1A320}"/>
              </a:ext>
            </a:extLst>
          </p:cNvPr>
          <p:cNvSpPr txBox="1"/>
          <p:nvPr/>
        </p:nvSpPr>
        <p:spPr>
          <a:xfrm>
            <a:off x="2129367" y="4189309"/>
            <a:ext cx="1448427" cy="789255"/>
          </a:xfrm>
          <a:prstGeom prst="rect">
            <a:avLst/>
          </a:prstGeom>
          <a:noFill/>
        </p:spPr>
        <p:txBody>
          <a:bodyPr wrap="square" rtlCol="0">
            <a:spAutoFit/>
          </a:bodyPr>
          <a:lstStyle/>
          <a:p>
            <a:pPr>
              <a:lnSpc>
                <a:spcPct val="150000"/>
              </a:lnSpc>
            </a:pPr>
            <a:r>
              <a:rPr lang="en-US" sz="1600" b="1">
                <a:latin typeface="Roboto" panose="02000000000000000000" pitchFamily="2" charset="0"/>
                <a:ea typeface="Roboto" panose="02000000000000000000" pitchFamily="2" charset="0"/>
                <a:cs typeface="Roboto" panose="02000000000000000000" pitchFamily="2" charset="0"/>
              </a:rPr>
              <a:t>Shape Fill</a:t>
            </a:r>
          </a:p>
          <a:p>
            <a:pPr>
              <a:lnSpc>
                <a:spcPct val="150000"/>
              </a:lnSpc>
            </a:pPr>
            <a:r>
              <a:rPr lang="en-US" sz="1600" b="1">
                <a:latin typeface="Roboto" panose="02000000000000000000" pitchFamily="2" charset="0"/>
                <a:ea typeface="Roboto" panose="02000000000000000000" pitchFamily="2" charset="0"/>
                <a:cs typeface="Roboto" panose="02000000000000000000" pitchFamily="2" charset="0"/>
              </a:rPr>
              <a:t>Shape Stroke</a:t>
            </a:r>
          </a:p>
        </p:txBody>
      </p:sp>
      <p:sp>
        <p:nvSpPr>
          <p:cNvPr id="20" name="TextBox 19">
            <a:extLst>
              <a:ext uri="{FF2B5EF4-FFF2-40B4-BE49-F238E27FC236}">
                <a16:creationId xmlns:a16="http://schemas.microsoft.com/office/drawing/2014/main" id="{BD58A049-B70B-487F-9A4D-A50AD0788BC0}"/>
              </a:ext>
            </a:extLst>
          </p:cNvPr>
          <p:cNvSpPr txBox="1"/>
          <p:nvPr/>
        </p:nvSpPr>
        <p:spPr>
          <a:xfrm>
            <a:off x="4225610" y="4189308"/>
            <a:ext cx="2336055" cy="800219"/>
          </a:xfrm>
          <a:prstGeom prst="rect">
            <a:avLst/>
          </a:prstGeom>
          <a:noFill/>
          <a:ln>
            <a:noFill/>
          </a:ln>
        </p:spPr>
        <p:txBody>
          <a:bodyPr wrap="square" rtlCol="0">
            <a:spAutoFit/>
          </a:bodyPr>
          <a:lstStyle/>
          <a:p>
            <a:pPr>
              <a:lnSpc>
                <a:spcPct val="150000"/>
              </a:lnSpc>
            </a:pPr>
            <a:r>
              <a:rPr lang="en-US" sz="1600">
                <a:latin typeface="Roboto" panose="02000000000000000000" pitchFamily="2" charset="0"/>
                <a:ea typeface="Roboto" panose="02000000000000000000" pitchFamily="2" charset="0"/>
                <a:cs typeface="Roboto" panose="02000000000000000000" pitchFamily="2" charset="0"/>
              </a:rPr>
              <a:t>RGB – 214, 219, 212</a:t>
            </a:r>
          </a:p>
          <a:p>
            <a:pPr>
              <a:lnSpc>
                <a:spcPct val="150000"/>
              </a:lnSpc>
            </a:pPr>
            <a:r>
              <a:rPr lang="en-US" sz="1600">
                <a:latin typeface="Roboto" panose="02000000000000000000" pitchFamily="2" charset="0"/>
                <a:ea typeface="Roboto" panose="02000000000000000000" pitchFamily="2" charset="0"/>
                <a:cs typeface="Roboto" panose="02000000000000000000" pitchFamily="2" charset="0"/>
              </a:rPr>
              <a:t>RGB – 128, 128, 128</a:t>
            </a:r>
          </a:p>
        </p:txBody>
      </p:sp>
      <p:sp>
        <p:nvSpPr>
          <p:cNvPr id="21" name="Rectangle 20">
            <a:extLst>
              <a:ext uri="{FF2B5EF4-FFF2-40B4-BE49-F238E27FC236}">
                <a16:creationId xmlns:a16="http://schemas.microsoft.com/office/drawing/2014/main" id="{82950772-39A2-4825-B858-FC2F1F070C2E}"/>
              </a:ext>
            </a:extLst>
          </p:cNvPr>
          <p:cNvSpPr/>
          <p:nvPr/>
        </p:nvSpPr>
        <p:spPr>
          <a:xfrm>
            <a:off x="3982397" y="4361804"/>
            <a:ext cx="132867" cy="132867"/>
          </a:xfrm>
          <a:prstGeom prst="rect">
            <a:avLst/>
          </a:prstGeom>
          <a:solidFill>
            <a:srgbClr val="0030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D723A9F3-49F4-4C62-B3C9-C9B91861C7E7}"/>
              </a:ext>
            </a:extLst>
          </p:cNvPr>
          <p:cNvSpPr/>
          <p:nvPr/>
        </p:nvSpPr>
        <p:spPr>
          <a:xfrm>
            <a:off x="3982397" y="4728050"/>
            <a:ext cx="132867" cy="132867"/>
          </a:xfrm>
          <a:prstGeom prst="rect">
            <a:avLst/>
          </a:prstGeom>
          <a:solidFill>
            <a:srgbClr val="1715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Hexagon 23">
            <a:extLst>
              <a:ext uri="{FF2B5EF4-FFF2-40B4-BE49-F238E27FC236}">
                <a16:creationId xmlns:a16="http://schemas.microsoft.com/office/drawing/2014/main" id="{9338EBBD-7F22-4F24-B65C-6A20EEB0F271}"/>
              </a:ext>
            </a:extLst>
          </p:cNvPr>
          <p:cNvSpPr/>
          <p:nvPr/>
        </p:nvSpPr>
        <p:spPr>
          <a:xfrm rot="16200000">
            <a:off x="8613836" y="827486"/>
            <a:ext cx="1773640" cy="1529001"/>
          </a:xfrm>
          <a:prstGeom prst="hexagon">
            <a:avLst/>
          </a:prstGeom>
          <a:solidFill>
            <a:srgbClr val="B3A369"/>
          </a:solidFill>
          <a:ln>
            <a:solidFill>
              <a:srgbClr val="85743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Hexagon 24">
            <a:extLst>
              <a:ext uri="{FF2B5EF4-FFF2-40B4-BE49-F238E27FC236}">
                <a16:creationId xmlns:a16="http://schemas.microsoft.com/office/drawing/2014/main" id="{CFF72553-1C90-49AC-AE15-30B67A5E94D5}"/>
              </a:ext>
            </a:extLst>
          </p:cNvPr>
          <p:cNvSpPr/>
          <p:nvPr/>
        </p:nvSpPr>
        <p:spPr>
          <a:xfrm rot="16200000">
            <a:off x="7767169" y="2337687"/>
            <a:ext cx="1773640" cy="1529001"/>
          </a:xfrm>
          <a:prstGeom prst="hexagon">
            <a:avLst/>
          </a:prstGeom>
          <a:solidFill>
            <a:srgbClr val="003057"/>
          </a:solidFill>
          <a:ln>
            <a:solidFill>
              <a:srgbClr val="00305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Roboto" panose="02000000000000000000" pitchFamily="2" charset="0"/>
              <a:ea typeface="Roboto" panose="02000000000000000000" pitchFamily="2" charset="0"/>
              <a:cs typeface="Roboto" panose="02000000000000000000" pitchFamily="2" charset="0"/>
            </a:endParaRPr>
          </a:p>
        </p:txBody>
      </p:sp>
      <p:sp>
        <p:nvSpPr>
          <p:cNvPr id="26" name="Hexagon 25">
            <a:extLst>
              <a:ext uri="{FF2B5EF4-FFF2-40B4-BE49-F238E27FC236}">
                <a16:creationId xmlns:a16="http://schemas.microsoft.com/office/drawing/2014/main" id="{6E268611-651C-4F58-ABD0-1C1BAE93A9E8}"/>
              </a:ext>
            </a:extLst>
          </p:cNvPr>
          <p:cNvSpPr/>
          <p:nvPr/>
        </p:nvSpPr>
        <p:spPr>
          <a:xfrm rot="16200000">
            <a:off x="9440202" y="2337687"/>
            <a:ext cx="1773640" cy="1529001"/>
          </a:xfrm>
          <a:prstGeom prst="hexagon">
            <a:avLst/>
          </a:prstGeom>
          <a:solidFill>
            <a:srgbClr val="D6DBD4"/>
          </a:solidFill>
          <a:ln>
            <a:solidFill>
              <a:srgbClr val="80808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Roboto" panose="02000000000000000000" pitchFamily="2" charset="0"/>
              <a:ea typeface="Roboto" panose="02000000000000000000" pitchFamily="2" charset="0"/>
              <a:cs typeface="Roboto" panose="02000000000000000000" pitchFamily="2" charset="0"/>
            </a:endParaRPr>
          </a:p>
        </p:txBody>
      </p:sp>
      <p:sp>
        <p:nvSpPr>
          <p:cNvPr id="27" name="TextBox 26">
            <a:extLst>
              <a:ext uri="{FF2B5EF4-FFF2-40B4-BE49-F238E27FC236}">
                <a16:creationId xmlns:a16="http://schemas.microsoft.com/office/drawing/2014/main" id="{17E8172E-AC4F-4485-B819-CD95AB5A1C91}"/>
              </a:ext>
            </a:extLst>
          </p:cNvPr>
          <p:cNvSpPr txBox="1"/>
          <p:nvPr/>
        </p:nvSpPr>
        <p:spPr>
          <a:xfrm>
            <a:off x="8776442" y="1091366"/>
            <a:ext cx="1448428" cy="954107"/>
          </a:xfrm>
          <a:prstGeom prst="rect">
            <a:avLst/>
          </a:prstGeom>
          <a:noFill/>
        </p:spPr>
        <p:txBody>
          <a:bodyPr wrap="square" rtlCol="0">
            <a:spAutoFit/>
          </a:bodyPr>
          <a:lstStyle/>
          <a:p>
            <a:pPr algn="ctr"/>
            <a:r>
              <a:rPr lang="en-US" sz="4000" b="1">
                <a:solidFill>
                  <a:schemeClr val="bg1"/>
                </a:solidFill>
                <a:latin typeface="Roboto" panose="02000000000000000000" pitchFamily="2" charset="0"/>
                <a:ea typeface="Roboto" panose="02000000000000000000" pitchFamily="2" charset="0"/>
                <a:cs typeface="Roboto" panose="02000000000000000000" pitchFamily="2" charset="0"/>
              </a:rPr>
              <a:t>XXX</a:t>
            </a:r>
          </a:p>
          <a:p>
            <a:pPr algn="ctr"/>
            <a:r>
              <a:rPr lang="en-US" sz="1600" b="1">
                <a:solidFill>
                  <a:schemeClr val="bg1"/>
                </a:solidFill>
                <a:latin typeface="Roboto" panose="02000000000000000000" pitchFamily="2" charset="0"/>
                <a:ea typeface="Roboto" panose="02000000000000000000" pitchFamily="2" charset="0"/>
                <a:cs typeface="Roboto" panose="02000000000000000000" pitchFamily="2" charset="0"/>
              </a:rPr>
              <a:t>Lorem Ipsum</a:t>
            </a:r>
          </a:p>
        </p:txBody>
      </p:sp>
      <p:sp>
        <p:nvSpPr>
          <p:cNvPr id="28" name="TextBox 27">
            <a:extLst>
              <a:ext uri="{FF2B5EF4-FFF2-40B4-BE49-F238E27FC236}">
                <a16:creationId xmlns:a16="http://schemas.microsoft.com/office/drawing/2014/main" id="{AF6EE8BE-4F6F-4E5D-88C9-527BA9BC52C8}"/>
              </a:ext>
            </a:extLst>
          </p:cNvPr>
          <p:cNvSpPr txBox="1"/>
          <p:nvPr/>
        </p:nvSpPr>
        <p:spPr>
          <a:xfrm>
            <a:off x="7929775" y="2598366"/>
            <a:ext cx="1448428" cy="954107"/>
          </a:xfrm>
          <a:prstGeom prst="rect">
            <a:avLst/>
          </a:prstGeom>
          <a:noFill/>
        </p:spPr>
        <p:txBody>
          <a:bodyPr wrap="square" rtlCol="0">
            <a:spAutoFit/>
          </a:bodyPr>
          <a:lstStyle/>
          <a:p>
            <a:pPr algn="ctr"/>
            <a:r>
              <a:rPr lang="en-US" sz="4000" b="1">
                <a:solidFill>
                  <a:schemeClr val="bg1"/>
                </a:solidFill>
                <a:latin typeface="Roboto" panose="02000000000000000000" pitchFamily="2" charset="0"/>
                <a:ea typeface="Roboto" panose="02000000000000000000" pitchFamily="2" charset="0"/>
                <a:cs typeface="Roboto" panose="02000000000000000000" pitchFamily="2" charset="0"/>
              </a:rPr>
              <a:t>XXX</a:t>
            </a:r>
          </a:p>
          <a:p>
            <a:pPr algn="ctr"/>
            <a:r>
              <a:rPr lang="en-US" sz="1600" b="1">
                <a:solidFill>
                  <a:schemeClr val="bg1"/>
                </a:solidFill>
                <a:latin typeface="Roboto" panose="02000000000000000000" pitchFamily="2" charset="0"/>
                <a:ea typeface="Roboto" panose="02000000000000000000" pitchFamily="2" charset="0"/>
                <a:cs typeface="Roboto" panose="02000000000000000000" pitchFamily="2" charset="0"/>
              </a:rPr>
              <a:t>Lorem Ipsum</a:t>
            </a:r>
          </a:p>
        </p:txBody>
      </p:sp>
      <p:sp>
        <p:nvSpPr>
          <p:cNvPr id="29" name="TextBox 28">
            <a:extLst>
              <a:ext uri="{FF2B5EF4-FFF2-40B4-BE49-F238E27FC236}">
                <a16:creationId xmlns:a16="http://schemas.microsoft.com/office/drawing/2014/main" id="{5D816B11-EF62-4A6F-B7EE-9FD066BECD0F}"/>
              </a:ext>
            </a:extLst>
          </p:cNvPr>
          <p:cNvSpPr txBox="1"/>
          <p:nvPr/>
        </p:nvSpPr>
        <p:spPr>
          <a:xfrm>
            <a:off x="9606935" y="2598366"/>
            <a:ext cx="1448428" cy="954107"/>
          </a:xfrm>
          <a:prstGeom prst="rect">
            <a:avLst/>
          </a:prstGeom>
          <a:noFill/>
        </p:spPr>
        <p:txBody>
          <a:bodyPr wrap="square" rtlCol="0">
            <a:spAutoFit/>
          </a:bodyPr>
          <a:lstStyle/>
          <a:p>
            <a:pPr algn="ctr"/>
            <a:r>
              <a:rPr lang="en-US" sz="4000" b="1">
                <a:latin typeface="Roboto" panose="02000000000000000000" pitchFamily="2" charset="0"/>
                <a:ea typeface="Roboto" panose="02000000000000000000" pitchFamily="2" charset="0"/>
                <a:cs typeface="Roboto" panose="02000000000000000000" pitchFamily="2" charset="0"/>
              </a:rPr>
              <a:t>XXX</a:t>
            </a:r>
          </a:p>
          <a:p>
            <a:pPr algn="ctr"/>
            <a:r>
              <a:rPr lang="en-US" sz="1600" b="1">
                <a:latin typeface="Roboto" panose="02000000000000000000" pitchFamily="2" charset="0"/>
                <a:ea typeface="Roboto" panose="02000000000000000000" pitchFamily="2" charset="0"/>
                <a:cs typeface="Roboto" panose="02000000000000000000" pitchFamily="2" charset="0"/>
              </a:rPr>
              <a:t>Lorem Ipsum</a:t>
            </a:r>
          </a:p>
        </p:txBody>
      </p:sp>
      <p:sp>
        <p:nvSpPr>
          <p:cNvPr id="30" name="TextBox 29">
            <a:extLst>
              <a:ext uri="{FF2B5EF4-FFF2-40B4-BE49-F238E27FC236}">
                <a16:creationId xmlns:a16="http://schemas.microsoft.com/office/drawing/2014/main" id="{A72B6C56-6444-4E6A-80D4-74D754BAF297}"/>
              </a:ext>
            </a:extLst>
          </p:cNvPr>
          <p:cNvSpPr txBox="1"/>
          <p:nvPr/>
        </p:nvSpPr>
        <p:spPr>
          <a:xfrm>
            <a:off x="7226466" y="4360562"/>
            <a:ext cx="4197747" cy="1384995"/>
          </a:xfrm>
          <a:prstGeom prst="rect">
            <a:avLst/>
          </a:prstGeom>
          <a:noFill/>
        </p:spPr>
        <p:txBody>
          <a:bodyPr wrap="square" rtlCol="0">
            <a:spAutoFit/>
          </a:bodyPr>
          <a:lstStyle/>
          <a:p>
            <a:r>
              <a:rPr lang="en-US" sz="1400" i="1">
                <a:latin typeface="Roboto" panose="02000000000000000000" pitchFamily="2" charset="0"/>
                <a:ea typeface="Roboto" panose="02000000000000000000" pitchFamily="2" charset="0"/>
                <a:cs typeface="Roboto" panose="02000000000000000000" pitchFamily="2" charset="0"/>
              </a:rPr>
              <a:t>Hex shape content should be used for displaying minimal information and statistics. Font color to use for shapes is only white and black, with black only being used for Gold and Pi Mile color options. Examples will be displayed on next page for common uses.</a:t>
            </a:r>
          </a:p>
        </p:txBody>
      </p:sp>
      <p:sp>
        <p:nvSpPr>
          <p:cNvPr id="31" name="Rectangle 30">
            <a:extLst>
              <a:ext uri="{FF2B5EF4-FFF2-40B4-BE49-F238E27FC236}">
                <a16:creationId xmlns:a16="http://schemas.microsoft.com/office/drawing/2014/main" id="{04515CA0-F386-475C-8F7B-D90B612D501B}"/>
              </a:ext>
            </a:extLst>
          </p:cNvPr>
          <p:cNvSpPr/>
          <p:nvPr/>
        </p:nvSpPr>
        <p:spPr>
          <a:xfrm>
            <a:off x="7017698" y="4456550"/>
            <a:ext cx="132867" cy="132867"/>
          </a:xfrm>
          <a:prstGeom prst="rect">
            <a:avLst/>
          </a:prstGeom>
          <a:solidFill>
            <a:srgbClr val="B3A3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A4C57B05-F65C-4B5A-9005-242A0221CDF7}"/>
              </a:ext>
            </a:extLst>
          </p:cNvPr>
          <p:cNvSpPr txBox="1"/>
          <p:nvPr/>
        </p:nvSpPr>
        <p:spPr>
          <a:xfrm>
            <a:off x="1026062" y="1892454"/>
            <a:ext cx="814025" cy="419923"/>
          </a:xfrm>
          <a:prstGeom prst="rect">
            <a:avLst/>
          </a:prstGeom>
          <a:noFill/>
        </p:spPr>
        <p:txBody>
          <a:bodyPr wrap="square" rtlCol="0">
            <a:spAutoFit/>
          </a:bodyPr>
          <a:lstStyle/>
          <a:p>
            <a:pPr algn="ctr">
              <a:lnSpc>
                <a:spcPct val="150000"/>
              </a:lnSpc>
            </a:pPr>
            <a:r>
              <a:rPr lang="en-US" sz="1600" b="1">
                <a:solidFill>
                  <a:schemeClr val="bg1"/>
                </a:solidFill>
                <a:latin typeface="Roboto" panose="02000000000000000000" pitchFamily="2" charset="0"/>
                <a:ea typeface="Roboto" panose="02000000000000000000" pitchFamily="2" charset="0"/>
                <a:cs typeface="Roboto" panose="02000000000000000000" pitchFamily="2" charset="0"/>
              </a:rPr>
              <a:t>GOLD</a:t>
            </a:r>
          </a:p>
        </p:txBody>
      </p:sp>
      <p:sp>
        <p:nvSpPr>
          <p:cNvPr id="33" name="TextBox 32">
            <a:extLst>
              <a:ext uri="{FF2B5EF4-FFF2-40B4-BE49-F238E27FC236}">
                <a16:creationId xmlns:a16="http://schemas.microsoft.com/office/drawing/2014/main" id="{EDFA2D57-508F-4164-8B26-D65FC498BCDA}"/>
              </a:ext>
            </a:extLst>
          </p:cNvPr>
          <p:cNvSpPr txBox="1"/>
          <p:nvPr/>
        </p:nvSpPr>
        <p:spPr>
          <a:xfrm>
            <a:off x="981364" y="3134588"/>
            <a:ext cx="878982" cy="419923"/>
          </a:xfrm>
          <a:prstGeom prst="rect">
            <a:avLst/>
          </a:prstGeom>
          <a:noFill/>
        </p:spPr>
        <p:txBody>
          <a:bodyPr wrap="square" rtlCol="0">
            <a:spAutoFit/>
          </a:bodyPr>
          <a:lstStyle/>
          <a:p>
            <a:pPr algn="ctr">
              <a:lnSpc>
                <a:spcPct val="150000"/>
              </a:lnSpc>
            </a:pPr>
            <a:r>
              <a:rPr lang="en-US" sz="1600" b="1">
                <a:solidFill>
                  <a:schemeClr val="bg1"/>
                </a:solidFill>
                <a:latin typeface="Roboto" panose="02000000000000000000" pitchFamily="2" charset="0"/>
                <a:ea typeface="Roboto" panose="02000000000000000000" pitchFamily="2" charset="0"/>
                <a:cs typeface="Roboto" panose="02000000000000000000" pitchFamily="2" charset="0"/>
              </a:rPr>
              <a:t>NAVY</a:t>
            </a:r>
          </a:p>
        </p:txBody>
      </p:sp>
      <p:sp>
        <p:nvSpPr>
          <p:cNvPr id="34" name="TextBox 33">
            <a:extLst>
              <a:ext uri="{FF2B5EF4-FFF2-40B4-BE49-F238E27FC236}">
                <a16:creationId xmlns:a16="http://schemas.microsoft.com/office/drawing/2014/main" id="{11F10A08-E829-4788-9A43-1F0FC171891B}"/>
              </a:ext>
            </a:extLst>
          </p:cNvPr>
          <p:cNvSpPr txBox="1"/>
          <p:nvPr/>
        </p:nvSpPr>
        <p:spPr>
          <a:xfrm>
            <a:off x="981364" y="4357050"/>
            <a:ext cx="888185" cy="430887"/>
          </a:xfrm>
          <a:prstGeom prst="rect">
            <a:avLst/>
          </a:prstGeom>
          <a:noFill/>
        </p:spPr>
        <p:txBody>
          <a:bodyPr wrap="square" rtlCol="0">
            <a:spAutoFit/>
          </a:bodyPr>
          <a:lstStyle/>
          <a:p>
            <a:pPr algn="ctr">
              <a:lnSpc>
                <a:spcPct val="150000"/>
              </a:lnSpc>
            </a:pPr>
            <a:r>
              <a:rPr lang="en-US" sz="1600" b="1">
                <a:latin typeface="Roboto" panose="02000000000000000000" pitchFamily="2" charset="0"/>
                <a:ea typeface="Roboto" panose="02000000000000000000" pitchFamily="2" charset="0"/>
                <a:cs typeface="Roboto" panose="02000000000000000000" pitchFamily="2" charset="0"/>
              </a:rPr>
              <a:t>PI MILE</a:t>
            </a:r>
          </a:p>
        </p:txBody>
      </p:sp>
    </p:spTree>
    <p:extLst>
      <p:ext uri="{BB962C8B-B14F-4D97-AF65-F5344CB8AC3E}">
        <p14:creationId xmlns:p14="http://schemas.microsoft.com/office/powerpoint/2010/main" val="20161160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98D50A1-8C73-4947-85B6-6EBB50B8BAF2}"/>
              </a:ext>
            </a:extLst>
          </p:cNvPr>
          <p:cNvSpPr>
            <a:spLocks noGrp="1"/>
          </p:cNvSpPr>
          <p:nvPr>
            <p:ph idx="1"/>
          </p:nvPr>
        </p:nvSpPr>
        <p:spPr>
          <a:xfrm>
            <a:off x="3371728" y="1812386"/>
            <a:ext cx="3796303" cy="1163648"/>
          </a:xfrm>
        </p:spPr>
        <p:txBody>
          <a:bodyPr>
            <a:normAutofit fontScale="92500" lnSpcReduction="20000"/>
          </a:bodyPr>
          <a:lstStyle/>
          <a:p>
            <a:pPr marL="0" indent="0">
              <a:lnSpc>
                <a:spcPct val="110000"/>
              </a:lnSpc>
              <a:buNone/>
            </a:pPr>
            <a:r>
              <a:rPr lang="en-US" sz="1600" b="0" i="0">
                <a:effectLst/>
              </a:rPr>
              <a:t>Lorem ipsum dolor sit </a:t>
            </a:r>
            <a:r>
              <a:rPr lang="en-US" sz="1600" b="0" i="0" err="1">
                <a:effectLst/>
              </a:rPr>
              <a:t>amet</a:t>
            </a:r>
            <a:r>
              <a:rPr lang="en-US" sz="1600" b="0" i="0">
                <a:effectLst/>
              </a:rPr>
              <a:t>, </a:t>
            </a:r>
            <a:r>
              <a:rPr lang="en-US" sz="1600" b="0" i="0" err="1">
                <a:effectLst/>
              </a:rPr>
              <a:t>consectetur</a:t>
            </a:r>
            <a:r>
              <a:rPr lang="en-US" sz="1600" b="0" i="0">
                <a:effectLst/>
              </a:rPr>
              <a:t> </a:t>
            </a:r>
            <a:r>
              <a:rPr lang="en-US" sz="1600" b="0" i="0" err="1">
                <a:effectLst/>
              </a:rPr>
              <a:t>adipiscing</a:t>
            </a:r>
            <a:r>
              <a:rPr lang="en-US" sz="1600" b="0" i="0">
                <a:effectLst/>
              </a:rPr>
              <a:t> </a:t>
            </a:r>
            <a:r>
              <a:rPr lang="en-US" sz="1600" b="0" i="0" err="1">
                <a:effectLst/>
              </a:rPr>
              <a:t>elit</a:t>
            </a:r>
            <a:r>
              <a:rPr lang="en-US" sz="1600" b="0" i="0">
                <a:effectLst/>
              </a:rPr>
              <a:t>. </a:t>
            </a:r>
            <a:r>
              <a:rPr lang="en-US" sz="1600" b="0" i="0" err="1">
                <a:effectLst/>
              </a:rPr>
              <a:t>Fusce</a:t>
            </a:r>
            <a:r>
              <a:rPr lang="en-US" sz="1600" b="0" i="0">
                <a:effectLst/>
              </a:rPr>
              <a:t> </a:t>
            </a:r>
            <a:r>
              <a:rPr lang="en-US" sz="1600" b="0" i="0" err="1">
                <a:effectLst/>
              </a:rPr>
              <a:t>dapibus</a:t>
            </a:r>
            <a:r>
              <a:rPr lang="en-US" sz="1600" b="0" i="0">
                <a:effectLst/>
              </a:rPr>
              <a:t> </a:t>
            </a:r>
            <a:r>
              <a:rPr lang="en-US" sz="1600" b="0" i="0" err="1">
                <a:effectLst/>
              </a:rPr>
              <a:t>nibh</a:t>
            </a:r>
            <a:r>
              <a:rPr lang="en-US" sz="1600" b="0" i="0">
                <a:effectLst/>
              </a:rPr>
              <a:t> et </a:t>
            </a:r>
            <a:r>
              <a:rPr lang="en-US" sz="1600" b="0" i="0" err="1">
                <a:effectLst/>
              </a:rPr>
              <a:t>massa</a:t>
            </a:r>
            <a:r>
              <a:rPr lang="en-US" sz="1600" b="0" i="0">
                <a:effectLst/>
              </a:rPr>
              <a:t> </a:t>
            </a:r>
            <a:r>
              <a:rPr lang="en-US" sz="1500" b="0" i="0">
                <a:effectLst/>
              </a:rPr>
              <a:t>auctor</a:t>
            </a:r>
            <a:r>
              <a:rPr lang="en-US" sz="1600" b="0" i="0">
                <a:effectLst/>
              </a:rPr>
              <a:t> </a:t>
            </a:r>
            <a:r>
              <a:rPr lang="en-US" sz="1600" b="0" i="0" err="1">
                <a:effectLst/>
              </a:rPr>
              <a:t>faucibus</a:t>
            </a:r>
            <a:r>
              <a:rPr lang="en-US" sz="1600" b="0" i="0">
                <a:effectLst/>
              </a:rPr>
              <a:t>. </a:t>
            </a:r>
            <a:r>
              <a:rPr lang="en-US" sz="1600" b="0" i="0" err="1">
                <a:effectLst/>
              </a:rPr>
              <a:t>Aliquam</a:t>
            </a:r>
            <a:r>
              <a:rPr lang="en-US" sz="1600" b="0" i="0">
                <a:effectLst/>
              </a:rPr>
              <a:t> </a:t>
            </a:r>
            <a:r>
              <a:rPr lang="en-US" sz="1600" b="0" i="0" err="1">
                <a:effectLst/>
              </a:rPr>
              <a:t>pellentesque</a:t>
            </a:r>
            <a:r>
              <a:rPr lang="en-US" sz="1600" b="0" i="0">
                <a:effectLst/>
              </a:rPr>
              <a:t> </a:t>
            </a:r>
            <a:r>
              <a:rPr lang="en-US" sz="1600" b="0" i="0" err="1">
                <a:effectLst/>
              </a:rPr>
              <a:t>egestas</a:t>
            </a:r>
            <a:r>
              <a:rPr lang="en-US" sz="1600" b="0" i="0">
                <a:effectLst/>
              </a:rPr>
              <a:t> </a:t>
            </a:r>
            <a:r>
              <a:rPr lang="en-US" sz="1600" b="0" i="0" err="1">
                <a:effectLst/>
              </a:rPr>
              <a:t>nulla</a:t>
            </a:r>
            <a:r>
              <a:rPr lang="en-US" sz="1600" b="0" i="0">
                <a:effectLst/>
              </a:rPr>
              <a:t> in </a:t>
            </a:r>
            <a:r>
              <a:rPr lang="en-US" sz="1600" b="0" i="0" err="1">
                <a:effectLst/>
              </a:rPr>
              <a:t>placerat</a:t>
            </a:r>
            <a:r>
              <a:rPr lang="en-US" sz="1600" b="0" i="0">
                <a:effectLst/>
              </a:rPr>
              <a:t>. </a:t>
            </a:r>
            <a:r>
              <a:rPr lang="en-US" sz="1600" b="0" i="0" err="1">
                <a:effectLst/>
              </a:rPr>
              <a:t>Praesent</a:t>
            </a:r>
            <a:r>
              <a:rPr lang="en-US" sz="1600" b="0" i="0">
                <a:effectLst/>
              </a:rPr>
              <a:t> </a:t>
            </a:r>
            <a:r>
              <a:rPr lang="en-US" sz="1600" b="0" i="0" err="1">
                <a:effectLst/>
              </a:rPr>
              <a:t>eu</a:t>
            </a:r>
            <a:r>
              <a:rPr lang="en-US" sz="1600" b="0" i="0">
                <a:effectLst/>
              </a:rPr>
              <a:t> </a:t>
            </a:r>
            <a:r>
              <a:rPr lang="en-US" sz="1600" b="0" i="0" err="1">
                <a:effectLst/>
              </a:rPr>
              <a:t>varius</a:t>
            </a:r>
            <a:r>
              <a:rPr lang="en-US" sz="1600" b="0" i="0">
                <a:effectLst/>
              </a:rPr>
              <a:t> </a:t>
            </a:r>
            <a:r>
              <a:rPr lang="en-US" sz="1600" b="0" i="0" err="1">
                <a:effectLst/>
              </a:rPr>
              <a:t>risus</a:t>
            </a:r>
            <a:r>
              <a:rPr lang="en-US" sz="1600" b="0" i="0">
                <a:effectLst/>
              </a:rPr>
              <a:t>.</a:t>
            </a:r>
            <a:endParaRPr lang="en-US" sz="1600"/>
          </a:p>
        </p:txBody>
      </p:sp>
      <p:sp>
        <p:nvSpPr>
          <p:cNvPr id="3" name="Title 2">
            <a:extLst>
              <a:ext uri="{FF2B5EF4-FFF2-40B4-BE49-F238E27FC236}">
                <a16:creationId xmlns:a16="http://schemas.microsoft.com/office/drawing/2014/main" id="{1F116028-84E3-40BD-A170-E24189007667}"/>
              </a:ext>
            </a:extLst>
          </p:cNvPr>
          <p:cNvSpPr>
            <a:spLocks noGrp="1"/>
          </p:cNvSpPr>
          <p:nvPr>
            <p:ph type="title"/>
          </p:nvPr>
        </p:nvSpPr>
        <p:spPr/>
        <p:txBody>
          <a:bodyPr/>
          <a:lstStyle/>
          <a:p>
            <a:r>
              <a:rPr lang="en-US"/>
              <a:t>Hex Shape Examples</a:t>
            </a:r>
          </a:p>
        </p:txBody>
      </p:sp>
      <p:sp>
        <p:nvSpPr>
          <p:cNvPr id="4" name="Hexagon 3">
            <a:extLst>
              <a:ext uri="{FF2B5EF4-FFF2-40B4-BE49-F238E27FC236}">
                <a16:creationId xmlns:a16="http://schemas.microsoft.com/office/drawing/2014/main" id="{A1022C9B-A175-45CC-814C-4F608AC85B60}"/>
              </a:ext>
            </a:extLst>
          </p:cNvPr>
          <p:cNvSpPr/>
          <p:nvPr/>
        </p:nvSpPr>
        <p:spPr>
          <a:xfrm rot="16200000">
            <a:off x="1326378" y="1547152"/>
            <a:ext cx="1773640" cy="1529001"/>
          </a:xfrm>
          <a:prstGeom prst="hexagon">
            <a:avLst/>
          </a:prstGeom>
          <a:solidFill>
            <a:srgbClr val="B3A369"/>
          </a:solidFill>
          <a:ln>
            <a:solidFill>
              <a:srgbClr val="85743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Hexagon 4">
            <a:extLst>
              <a:ext uri="{FF2B5EF4-FFF2-40B4-BE49-F238E27FC236}">
                <a16:creationId xmlns:a16="http://schemas.microsoft.com/office/drawing/2014/main" id="{3AA77E46-1798-4483-B976-EB076E2C7F10}"/>
              </a:ext>
            </a:extLst>
          </p:cNvPr>
          <p:cNvSpPr/>
          <p:nvPr/>
        </p:nvSpPr>
        <p:spPr>
          <a:xfrm rot="16200000">
            <a:off x="479711" y="3057353"/>
            <a:ext cx="1773640" cy="1529001"/>
          </a:xfrm>
          <a:prstGeom prst="hexagon">
            <a:avLst/>
          </a:prstGeom>
          <a:solidFill>
            <a:srgbClr val="003057"/>
          </a:solidFill>
          <a:ln>
            <a:solidFill>
              <a:srgbClr val="00305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Hexagon 5">
            <a:extLst>
              <a:ext uri="{FF2B5EF4-FFF2-40B4-BE49-F238E27FC236}">
                <a16:creationId xmlns:a16="http://schemas.microsoft.com/office/drawing/2014/main" id="{16AC8E4D-D543-4CB9-B2B3-9D20B18946BC}"/>
              </a:ext>
            </a:extLst>
          </p:cNvPr>
          <p:cNvSpPr/>
          <p:nvPr/>
        </p:nvSpPr>
        <p:spPr>
          <a:xfrm rot="16200000">
            <a:off x="2152744" y="3057353"/>
            <a:ext cx="1773640" cy="1529001"/>
          </a:xfrm>
          <a:prstGeom prst="hexagon">
            <a:avLst/>
          </a:prstGeom>
          <a:solidFill>
            <a:srgbClr val="D6DBD4"/>
          </a:solidFill>
          <a:ln>
            <a:solidFill>
              <a:srgbClr val="80808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3C73EE7-3F16-413E-88F9-16809579B922}"/>
              </a:ext>
            </a:extLst>
          </p:cNvPr>
          <p:cNvSpPr txBox="1"/>
          <p:nvPr/>
        </p:nvSpPr>
        <p:spPr>
          <a:xfrm>
            <a:off x="1488984" y="1811032"/>
            <a:ext cx="1448428" cy="954107"/>
          </a:xfrm>
          <a:prstGeom prst="rect">
            <a:avLst/>
          </a:prstGeom>
          <a:noFill/>
        </p:spPr>
        <p:txBody>
          <a:bodyPr wrap="square" rtlCol="0">
            <a:spAutoFit/>
          </a:bodyPr>
          <a:lstStyle/>
          <a:p>
            <a:pPr algn="ctr"/>
            <a:r>
              <a:rPr lang="en-US" sz="4000" b="1">
                <a:solidFill>
                  <a:schemeClr val="bg1"/>
                </a:solidFill>
                <a:latin typeface="Roboto" panose="02000000000000000000" pitchFamily="2" charset="0"/>
                <a:ea typeface="Roboto" panose="02000000000000000000" pitchFamily="2" charset="0"/>
                <a:cs typeface="Roboto" panose="02000000000000000000" pitchFamily="2" charset="0"/>
              </a:rPr>
              <a:t>40</a:t>
            </a:r>
          </a:p>
          <a:p>
            <a:pPr algn="ctr"/>
            <a:r>
              <a:rPr lang="en-US" sz="1600" b="1">
                <a:solidFill>
                  <a:schemeClr val="bg1"/>
                </a:solidFill>
                <a:latin typeface="Roboto" panose="02000000000000000000" pitchFamily="2" charset="0"/>
                <a:ea typeface="Roboto" panose="02000000000000000000" pitchFamily="2" charset="0"/>
                <a:cs typeface="Roboto" panose="02000000000000000000" pitchFamily="2" charset="0"/>
              </a:rPr>
              <a:t>Students</a:t>
            </a:r>
          </a:p>
        </p:txBody>
      </p:sp>
      <p:sp>
        <p:nvSpPr>
          <p:cNvPr id="8" name="TextBox 7">
            <a:extLst>
              <a:ext uri="{FF2B5EF4-FFF2-40B4-BE49-F238E27FC236}">
                <a16:creationId xmlns:a16="http://schemas.microsoft.com/office/drawing/2014/main" id="{92A8F8F7-35DF-4081-9671-A89E7A95E7DF}"/>
              </a:ext>
            </a:extLst>
          </p:cNvPr>
          <p:cNvSpPr txBox="1"/>
          <p:nvPr/>
        </p:nvSpPr>
        <p:spPr>
          <a:xfrm>
            <a:off x="642317" y="3318032"/>
            <a:ext cx="1448428" cy="954107"/>
          </a:xfrm>
          <a:prstGeom prst="rect">
            <a:avLst/>
          </a:prstGeom>
          <a:noFill/>
        </p:spPr>
        <p:txBody>
          <a:bodyPr wrap="square" rtlCol="0">
            <a:spAutoFit/>
          </a:bodyPr>
          <a:lstStyle/>
          <a:p>
            <a:pPr algn="ctr"/>
            <a:r>
              <a:rPr lang="en-US" sz="4000" b="1">
                <a:solidFill>
                  <a:schemeClr val="bg1"/>
                </a:solidFill>
                <a:latin typeface="Roboto" panose="02000000000000000000" pitchFamily="2" charset="0"/>
                <a:ea typeface="Roboto" panose="02000000000000000000" pitchFamily="2" charset="0"/>
                <a:cs typeface="Roboto" panose="02000000000000000000" pitchFamily="2" charset="0"/>
              </a:rPr>
              <a:t>200</a:t>
            </a:r>
          </a:p>
          <a:p>
            <a:pPr algn="ctr"/>
            <a:r>
              <a:rPr lang="en-US" sz="1600" b="1">
                <a:solidFill>
                  <a:schemeClr val="bg1"/>
                </a:solidFill>
                <a:latin typeface="Roboto" panose="02000000000000000000" pitchFamily="2" charset="0"/>
                <a:ea typeface="Roboto" panose="02000000000000000000" pitchFamily="2" charset="0"/>
                <a:cs typeface="Roboto" panose="02000000000000000000" pitchFamily="2" charset="0"/>
              </a:rPr>
              <a:t>Papers</a:t>
            </a:r>
          </a:p>
        </p:txBody>
      </p:sp>
      <p:sp>
        <p:nvSpPr>
          <p:cNvPr id="9" name="TextBox 8">
            <a:extLst>
              <a:ext uri="{FF2B5EF4-FFF2-40B4-BE49-F238E27FC236}">
                <a16:creationId xmlns:a16="http://schemas.microsoft.com/office/drawing/2014/main" id="{27428433-54BB-49B9-B607-4291B2D1008D}"/>
              </a:ext>
            </a:extLst>
          </p:cNvPr>
          <p:cNvSpPr txBox="1"/>
          <p:nvPr/>
        </p:nvSpPr>
        <p:spPr>
          <a:xfrm>
            <a:off x="2319477" y="3227579"/>
            <a:ext cx="1448428" cy="1200329"/>
          </a:xfrm>
          <a:prstGeom prst="rect">
            <a:avLst/>
          </a:prstGeom>
          <a:noFill/>
        </p:spPr>
        <p:txBody>
          <a:bodyPr wrap="square" rtlCol="0">
            <a:spAutoFit/>
          </a:bodyPr>
          <a:lstStyle/>
          <a:p>
            <a:pPr algn="ctr"/>
            <a:r>
              <a:rPr lang="en-US" sz="4000" b="1">
                <a:latin typeface="Roboto" panose="02000000000000000000" pitchFamily="2" charset="0"/>
                <a:ea typeface="Roboto" panose="02000000000000000000" pitchFamily="2" charset="0"/>
                <a:cs typeface="Roboto" panose="02000000000000000000" pitchFamily="2" charset="0"/>
              </a:rPr>
              <a:t>25</a:t>
            </a:r>
          </a:p>
          <a:p>
            <a:pPr algn="ctr"/>
            <a:r>
              <a:rPr lang="en-US" sz="1600" b="1">
                <a:latin typeface="Roboto" panose="02000000000000000000" pitchFamily="2" charset="0"/>
                <a:ea typeface="Roboto" panose="02000000000000000000" pitchFamily="2" charset="0"/>
                <a:cs typeface="Roboto" panose="02000000000000000000" pitchFamily="2" charset="0"/>
              </a:rPr>
              <a:t>Research Projects</a:t>
            </a:r>
          </a:p>
        </p:txBody>
      </p:sp>
      <p:sp>
        <p:nvSpPr>
          <p:cNvPr id="10" name="Text Placeholder 3">
            <a:extLst>
              <a:ext uri="{FF2B5EF4-FFF2-40B4-BE49-F238E27FC236}">
                <a16:creationId xmlns:a16="http://schemas.microsoft.com/office/drawing/2014/main" id="{1281FABD-2881-4226-8DA6-1CCA4C8314A0}"/>
              </a:ext>
            </a:extLst>
          </p:cNvPr>
          <p:cNvSpPr txBox="1">
            <a:spLocks/>
          </p:cNvSpPr>
          <p:nvPr/>
        </p:nvSpPr>
        <p:spPr>
          <a:xfrm>
            <a:off x="3371728" y="1378677"/>
            <a:ext cx="3630206" cy="43005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kern="1200">
                <a:solidFill>
                  <a:srgbClr val="003057"/>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kern="1200">
                <a:solidFill>
                  <a:srgbClr val="003057"/>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kern="1200">
                <a:solidFill>
                  <a:srgbClr val="003057"/>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rgbClr val="003057"/>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kern="1200">
                <a:solidFill>
                  <a:srgbClr val="003057"/>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a:t>Title Goes Here</a:t>
            </a:r>
          </a:p>
        </p:txBody>
      </p:sp>
      <p:sp>
        <p:nvSpPr>
          <p:cNvPr id="11" name="TextBox 10">
            <a:extLst>
              <a:ext uri="{FF2B5EF4-FFF2-40B4-BE49-F238E27FC236}">
                <a16:creationId xmlns:a16="http://schemas.microsoft.com/office/drawing/2014/main" id="{2D8102C3-551B-4C52-A01C-639D298581A1}"/>
              </a:ext>
            </a:extLst>
          </p:cNvPr>
          <p:cNvSpPr txBox="1"/>
          <p:nvPr/>
        </p:nvSpPr>
        <p:spPr>
          <a:xfrm>
            <a:off x="1384188" y="5228396"/>
            <a:ext cx="5566971" cy="954107"/>
          </a:xfrm>
          <a:prstGeom prst="rect">
            <a:avLst/>
          </a:prstGeom>
          <a:noFill/>
        </p:spPr>
        <p:txBody>
          <a:bodyPr wrap="square" rtlCol="0">
            <a:spAutoFit/>
          </a:bodyPr>
          <a:lstStyle/>
          <a:p>
            <a:r>
              <a:rPr lang="en-US" sz="1400" i="1">
                <a:latin typeface="Roboto" panose="02000000000000000000" pitchFamily="2" charset="0"/>
                <a:ea typeface="Roboto" panose="02000000000000000000" pitchFamily="2" charset="0"/>
                <a:cs typeface="Roboto" panose="02000000000000000000" pitchFamily="2" charset="0"/>
              </a:rPr>
              <a:t>Hex shapes can be displayed in various ways. Vertically, Horizontally, or as clusters. Shapes should be evenly spaced from one another with proper spacing. Shape colors options should stay as the ones provided, Gold, Navy, and Pi Mile.</a:t>
            </a:r>
          </a:p>
        </p:txBody>
      </p:sp>
      <p:sp>
        <p:nvSpPr>
          <p:cNvPr id="12" name="Rectangle 11">
            <a:extLst>
              <a:ext uri="{FF2B5EF4-FFF2-40B4-BE49-F238E27FC236}">
                <a16:creationId xmlns:a16="http://schemas.microsoft.com/office/drawing/2014/main" id="{6E65287A-5BB3-4720-BF26-E66C7035336C}"/>
              </a:ext>
            </a:extLst>
          </p:cNvPr>
          <p:cNvSpPr/>
          <p:nvPr/>
        </p:nvSpPr>
        <p:spPr>
          <a:xfrm>
            <a:off x="1175420" y="5324384"/>
            <a:ext cx="132867" cy="132867"/>
          </a:xfrm>
          <a:prstGeom prst="rect">
            <a:avLst/>
          </a:prstGeom>
          <a:solidFill>
            <a:srgbClr val="B3A3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Hexagon 12">
            <a:extLst>
              <a:ext uri="{FF2B5EF4-FFF2-40B4-BE49-F238E27FC236}">
                <a16:creationId xmlns:a16="http://schemas.microsoft.com/office/drawing/2014/main" id="{36956038-9E1C-4A2C-8C03-BB2B593C966D}"/>
              </a:ext>
            </a:extLst>
          </p:cNvPr>
          <p:cNvSpPr/>
          <p:nvPr/>
        </p:nvSpPr>
        <p:spPr>
          <a:xfrm rot="16200000">
            <a:off x="9413861" y="974588"/>
            <a:ext cx="895933" cy="772356"/>
          </a:xfrm>
          <a:prstGeom prst="hexagon">
            <a:avLst/>
          </a:prstGeom>
          <a:solidFill>
            <a:srgbClr val="B3A369"/>
          </a:solidFill>
          <a:ln>
            <a:solidFill>
              <a:srgbClr val="85743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Hexagon 13">
            <a:extLst>
              <a:ext uri="{FF2B5EF4-FFF2-40B4-BE49-F238E27FC236}">
                <a16:creationId xmlns:a16="http://schemas.microsoft.com/office/drawing/2014/main" id="{F1E9710A-52D2-44ED-9311-9DE5517C9E14}"/>
              </a:ext>
            </a:extLst>
          </p:cNvPr>
          <p:cNvSpPr/>
          <p:nvPr/>
        </p:nvSpPr>
        <p:spPr>
          <a:xfrm rot="16200000">
            <a:off x="8908872" y="1870521"/>
            <a:ext cx="895932" cy="772355"/>
          </a:xfrm>
          <a:prstGeom prst="hexagon">
            <a:avLst/>
          </a:prstGeom>
          <a:solidFill>
            <a:srgbClr val="003057"/>
          </a:solidFill>
          <a:ln>
            <a:solidFill>
              <a:srgbClr val="00305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Hexagon 14">
            <a:extLst>
              <a:ext uri="{FF2B5EF4-FFF2-40B4-BE49-F238E27FC236}">
                <a16:creationId xmlns:a16="http://schemas.microsoft.com/office/drawing/2014/main" id="{6A1C6D5A-AFD0-4370-9569-0F873DCD9002}"/>
              </a:ext>
            </a:extLst>
          </p:cNvPr>
          <p:cNvSpPr/>
          <p:nvPr/>
        </p:nvSpPr>
        <p:spPr>
          <a:xfrm rot="16200000">
            <a:off x="9909160" y="1894452"/>
            <a:ext cx="895932" cy="772355"/>
          </a:xfrm>
          <a:prstGeom prst="hexagon">
            <a:avLst/>
          </a:prstGeom>
          <a:solidFill>
            <a:srgbClr val="D6DBD4"/>
          </a:solidFill>
          <a:ln>
            <a:solidFill>
              <a:srgbClr val="80808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D22051A0-A19C-4C49-8D14-9ED5B8C6E415}"/>
              </a:ext>
            </a:extLst>
          </p:cNvPr>
          <p:cNvSpPr txBox="1"/>
          <p:nvPr/>
        </p:nvSpPr>
        <p:spPr>
          <a:xfrm>
            <a:off x="8441586" y="1255151"/>
            <a:ext cx="915252" cy="338554"/>
          </a:xfrm>
          <a:prstGeom prst="rect">
            <a:avLst/>
          </a:prstGeom>
          <a:noFill/>
        </p:spPr>
        <p:txBody>
          <a:bodyPr wrap="square" rtlCol="0">
            <a:spAutoFit/>
          </a:bodyPr>
          <a:lstStyle/>
          <a:p>
            <a:r>
              <a:rPr lang="en-US" sz="1600" i="1">
                <a:latin typeface="Roboto" panose="02000000000000000000" pitchFamily="2" charset="0"/>
                <a:ea typeface="Roboto" panose="02000000000000000000" pitchFamily="2" charset="0"/>
                <a:cs typeface="Roboto" panose="02000000000000000000" pitchFamily="2" charset="0"/>
              </a:rPr>
              <a:t>Cluster</a:t>
            </a:r>
          </a:p>
        </p:txBody>
      </p:sp>
      <p:sp>
        <p:nvSpPr>
          <p:cNvPr id="17" name="Hexagon 16">
            <a:extLst>
              <a:ext uri="{FF2B5EF4-FFF2-40B4-BE49-F238E27FC236}">
                <a16:creationId xmlns:a16="http://schemas.microsoft.com/office/drawing/2014/main" id="{B6F5DD6B-82A7-43A3-B588-6F3B9207034B}"/>
              </a:ext>
            </a:extLst>
          </p:cNvPr>
          <p:cNvSpPr/>
          <p:nvPr/>
        </p:nvSpPr>
        <p:spPr>
          <a:xfrm rot="16200000">
            <a:off x="8371861" y="3088823"/>
            <a:ext cx="895933" cy="772356"/>
          </a:xfrm>
          <a:prstGeom prst="hexagon">
            <a:avLst/>
          </a:prstGeom>
          <a:solidFill>
            <a:srgbClr val="B3A369"/>
          </a:solidFill>
          <a:ln>
            <a:solidFill>
              <a:srgbClr val="85743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Hexagon 17">
            <a:extLst>
              <a:ext uri="{FF2B5EF4-FFF2-40B4-BE49-F238E27FC236}">
                <a16:creationId xmlns:a16="http://schemas.microsoft.com/office/drawing/2014/main" id="{69BD133A-2E6C-450D-9952-04041309AE02}"/>
              </a:ext>
            </a:extLst>
          </p:cNvPr>
          <p:cNvSpPr/>
          <p:nvPr/>
        </p:nvSpPr>
        <p:spPr>
          <a:xfrm rot="16200000">
            <a:off x="8815745" y="3892754"/>
            <a:ext cx="895932" cy="772355"/>
          </a:xfrm>
          <a:prstGeom prst="hexagon">
            <a:avLst/>
          </a:prstGeom>
          <a:solidFill>
            <a:srgbClr val="003057"/>
          </a:solidFill>
          <a:ln>
            <a:solidFill>
              <a:srgbClr val="00305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Hexagon 18">
            <a:extLst>
              <a:ext uri="{FF2B5EF4-FFF2-40B4-BE49-F238E27FC236}">
                <a16:creationId xmlns:a16="http://schemas.microsoft.com/office/drawing/2014/main" id="{B2C5087D-C8CC-4ACA-B513-7B6A916357B4}"/>
              </a:ext>
            </a:extLst>
          </p:cNvPr>
          <p:cNvSpPr/>
          <p:nvPr/>
        </p:nvSpPr>
        <p:spPr>
          <a:xfrm rot="16200000">
            <a:off x="8371862" y="4696685"/>
            <a:ext cx="895932" cy="772355"/>
          </a:xfrm>
          <a:prstGeom prst="hexagon">
            <a:avLst/>
          </a:prstGeom>
          <a:solidFill>
            <a:srgbClr val="D6DBD4"/>
          </a:solidFill>
          <a:ln>
            <a:solidFill>
              <a:srgbClr val="80808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Hexagon 19">
            <a:extLst>
              <a:ext uri="{FF2B5EF4-FFF2-40B4-BE49-F238E27FC236}">
                <a16:creationId xmlns:a16="http://schemas.microsoft.com/office/drawing/2014/main" id="{74C1823A-761A-4424-AA7B-07250747B708}"/>
              </a:ext>
            </a:extLst>
          </p:cNvPr>
          <p:cNvSpPr/>
          <p:nvPr/>
        </p:nvSpPr>
        <p:spPr>
          <a:xfrm rot="5400000">
            <a:off x="10564488" y="3088823"/>
            <a:ext cx="895933" cy="772356"/>
          </a:xfrm>
          <a:prstGeom prst="hexagon">
            <a:avLst/>
          </a:prstGeom>
          <a:solidFill>
            <a:srgbClr val="B3A369"/>
          </a:solidFill>
          <a:ln>
            <a:solidFill>
              <a:srgbClr val="85743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Hexagon 20">
            <a:extLst>
              <a:ext uri="{FF2B5EF4-FFF2-40B4-BE49-F238E27FC236}">
                <a16:creationId xmlns:a16="http://schemas.microsoft.com/office/drawing/2014/main" id="{31F7230F-4A62-4C02-905A-FB2E717AA916}"/>
              </a:ext>
            </a:extLst>
          </p:cNvPr>
          <p:cNvSpPr/>
          <p:nvPr/>
        </p:nvSpPr>
        <p:spPr>
          <a:xfrm rot="5400000">
            <a:off x="10138023" y="3892755"/>
            <a:ext cx="895932" cy="772355"/>
          </a:xfrm>
          <a:prstGeom prst="hexagon">
            <a:avLst/>
          </a:prstGeom>
          <a:solidFill>
            <a:srgbClr val="003057"/>
          </a:solidFill>
          <a:ln>
            <a:solidFill>
              <a:srgbClr val="00305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Hexagon 21">
            <a:extLst>
              <a:ext uri="{FF2B5EF4-FFF2-40B4-BE49-F238E27FC236}">
                <a16:creationId xmlns:a16="http://schemas.microsoft.com/office/drawing/2014/main" id="{C07489C3-4765-4B31-9043-0169A09FAD4D}"/>
              </a:ext>
            </a:extLst>
          </p:cNvPr>
          <p:cNvSpPr/>
          <p:nvPr/>
        </p:nvSpPr>
        <p:spPr>
          <a:xfrm rot="5400000">
            <a:off x="10564489" y="4696685"/>
            <a:ext cx="895932" cy="772355"/>
          </a:xfrm>
          <a:prstGeom prst="hexagon">
            <a:avLst/>
          </a:prstGeom>
          <a:solidFill>
            <a:srgbClr val="D6DBD4"/>
          </a:solidFill>
          <a:ln>
            <a:solidFill>
              <a:srgbClr val="80808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6389B42-D7E6-4D7A-A199-9603D4487FC4}"/>
              </a:ext>
            </a:extLst>
          </p:cNvPr>
          <p:cNvSpPr txBox="1"/>
          <p:nvPr/>
        </p:nvSpPr>
        <p:spPr>
          <a:xfrm>
            <a:off x="9395333" y="3321364"/>
            <a:ext cx="1043208" cy="338554"/>
          </a:xfrm>
          <a:prstGeom prst="rect">
            <a:avLst/>
          </a:prstGeom>
          <a:noFill/>
        </p:spPr>
        <p:txBody>
          <a:bodyPr wrap="square" rtlCol="0">
            <a:spAutoFit/>
          </a:bodyPr>
          <a:lstStyle/>
          <a:p>
            <a:r>
              <a:rPr lang="en-US" sz="1600" i="1">
                <a:latin typeface="Roboto" panose="02000000000000000000" pitchFamily="2" charset="0"/>
                <a:ea typeface="Roboto" panose="02000000000000000000" pitchFamily="2" charset="0"/>
                <a:cs typeface="Roboto" panose="02000000000000000000" pitchFamily="2" charset="0"/>
              </a:rPr>
              <a:t>Vertically</a:t>
            </a:r>
          </a:p>
        </p:txBody>
      </p:sp>
      <p:sp>
        <p:nvSpPr>
          <p:cNvPr id="24" name="Hexagon 23">
            <a:extLst>
              <a:ext uri="{FF2B5EF4-FFF2-40B4-BE49-F238E27FC236}">
                <a16:creationId xmlns:a16="http://schemas.microsoft.com/office/drawing/2014/main" id="{11E92ACF-6275-4956-ADBD-9348AC6F82D5}"/>
              </a:ext>
            </a:extLst>
          </p:cNvPr>
          <p:cNvSpPr/>
          <p:nvPr/>
        </p:nvSpPr>
        <p:spPr>
          <a:xfrm rot="16200000">
            <a:off x="5960520" y="3836970"/>
            <a:ext cx="895933" cy="772356"/>
          </a:xfrm>
          <a:prstGeom prst="hexagon">
            <a:avLst/>
          </a:prstGeom>
          <a:solidFill>
            <a:srgbClr val="B3A369"/>
          </a:solidFill>
          <a:ln>
            <a:solidFill>
              <a:srgbClr val="85743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Hexagon 24">
            <a:extLst>
              <a:ext uri="{FF2B5EF4-FFF2-40B4-BE49-F238E27FC236}">
                <a16:creationId xmlns:a16="http://schemas.microsoft.com/office/drawing/2014/main" id="{C7F80A51-116E-4D72-B45D-E458BF045E85}"/>
              </a:ext>
            </a:extLst>
          </p:cNvPr>
          <p:cNvSpPr/>
          <p:nvPr/>
        </p:nvSpPr>
        <p:spPr>
          <a:xfrm rot="16200000">
            <a:off x="5031671" y="3836969"/>
            <a:ext cx="895932" cy="772355"/>
          </a:xfrm>
          <a:prstGeom prst="hexagon">
            <a:avLst/>
          </a:prstGeom>
          <a:solidFill>
            <a:srgbClr val="003057"/>
          </a:solidFill>
          <a:ln>
            <a:solidFill>
              <a:srgbClr val="00305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Hexagon 25">
            <a:extLst>
              <a:ext uri="{FF2B5EF4-FFF2-40B4-BE49-F238E27FC236}">
                <a16:creationId xmlns:a16="http://schemas.microsoft.com/office/drawing/2014/main" id="{011FB136-E459-44DE-B6D1-A88BF4F3D050}"/>
              </a:ext>
            </a:extLst>
          </p:cNvPr>
          <p:cNvSpPr/>
          <p:nvPr/>
        </p:nvSpPr>
        <p:spPr>
          <a:xfrm rot="16200000">
            <a:off x="6889371" y="3837758"/>
            <a:ext cx="895932" cy="772355"/>
          </a:xfrm>
          <a:prstGeom prst="hexagon">
            <a:avLst/>
          </a:prstGeom>
          <a:solidFill>
            <a:srgbClr val="D6DBD4"/>
          </a:solidFill>
          <a:ln>
            <a:solidFill>
              <a:srgbClr val="80808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41A1942A-372D-4E05-BDBA-DBCC6E7B5F40}"/>
              </a:ext>
            </a:extLst>
          </p:cNvPr>
          <p:cNvSpPr txBox="1"/>
          <p:nvPr/>
        </p:nvSpPr>
        <p:spPr>
          <a:xfrm>
            <a:off x="5749311" y="3321364"/>
            <a:ext cx="1318349" cy="338554"/>
          </a:xfrm>
          <a:prstGeom prst="rect">
            <a:avLst/>
          </a:prstGeom>
          <a:noFill/>
        </p:spPr>
        <p:txBody>
          <a:bodyPr wrap="square" rtlCol="0">
            <a:spAutoFit/>
          </a:bodyPr>
          <a:lstStyle/>
          <a:p>
            <a:r>
              <a:rPr lang="en-US" sz="1600" i="1">
                <a:latin typeface="Roboto" panose="02000000000000000000" pitchFamily="2" charset="0"/>
                <a:ea typeface="Roboto" panose="02000000000000000000" pitchFamily="2" charset="0"/>
                <a:cs typeface="Roboto" panose="02000000000000000000" pitchFamily="2" charset="0"/>
              </a:rPr>
              <a:t>Horizontally</a:t>
            </a:r>
          </a:p>
        </p:txBody>
      </p:sp>
    </p:spTree>
    <p:extLst>
      <p:ext uri="{BB962C8B-B14F-4D97-AF65-F5344CB8AC3E}">
        <p14:creationId xmlns:p14="http://schemas.microsoft.com/office/powerpoint/2010/main" val="40792034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6A601C-F7AC-0C4F-9F21-FDFB1BAE4C2D}"/>
              </a:ext>
            </a:extLst>
          </p:cNvPr>
          <p:cNvSpPr>
            <a:spLocks noGrp="1"/>
          </p:cNvSpPr>
          <p:nvPr>
            <p:ph type="title"/>
          </p:nvPr>
        </p:nvSpPr>
        <p:spPr/>
        <p:txBody>
          <a:bodyPr/>
          <a:lstStyle/>
          <a:p>
            <a:r>
              <a:rPr lang="en-US" b="1">
                <a:latin typeface="Roboto" panose="02000000000000000000" pitchFamily="2" charset="0"/>
                <a:ea typeface="Roboto" panose="02000000000000000000" pitchFamily="2" charset="0"/>
              </a:rPr>
              <a:t>Hex Shape Options and Text Fill</a:t>
            </a:r>
          </a:p>
        </p:txBody>
      </p:sp>
      <p:sp>
        <p:nvSpPr>
          <p:cNvPr id="2" name="Hexagon 1">
            <a:extLst>
              <a:ext uri="{FF2B5EF4-FFF2-40B4-BE49-F238E27FC236}">
                <a16:creationId xmlns:a16="http://schemas.microsoft.com/office/drawing/2014/main" id="{AF4AEEA0-FE9F-4D44-BC70-E436D1D6F898}"/>
              </a:ext>
            </a:extLst>
          </p:cNvPr>
          <p:cNvSpPr/>
          <p:nvPr/>
        </p:nvSpPr>
        <p:spPr>
          <a:xfrm rot="16200000">
            <a:off x="911048" y="1699404"/>
            <a:ext cx="1019615" cy="878979"/>
          </a:xfrm>
          <a:prstGeom prst="hexagon">
            <a:avLst/>
          </a:prstGeom>
          <a:solidFill>
            <a:srgbClr val="B3A369"/>
          </a:solidFill>
          <a:ln cap="rnd">
            <a:solidFill>
              <a:srgbClr val="857437"/>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07F578F-732A-456D-A6CE-57A1B04FA1D7}"/>
              </a:ext>
            </a:extLst>
          </p:cNvPr>
          <p:cNvSpPr txBox="1"/>
          <p:nvPr/>
        </p:nvSpPr>
        <p:spPr>
          <a:xfrm>
            <a:off x="2129368" y="1719959"/>
            <a:ext cx="1448428" cy="800219"/>
          </a:xfrm>
          <a:prstGeom prst="rect">
            <a:avLst/>
          </a:prstGeom>
          <a:noFill/>
        </p:spPr>
        <p:txBody>
          <a:bodyPr wrap="square" rtlCol="0">
            <a:spAutoFit/>
          </a:bodyPr>
          <a:lstStyle/>
          <a:p>
            <a:pPr>
              <a:lnSpc>
                <a:spcPct val="150000"/>
              </a:lnSpc>
            </a:pPr>
            <a:r>
              <a:rPr lang="en-US" sz="1600" b="1">
                <a:latin typeface="Roboto" panose="02000000000000000000" pitchFamily="2" charset="0"/>
                <a:ea typeface="Roboto" panose="02000000000000000000" pitchFamily="2" charset="0"/>
                <a:cs typeface="Roboto" panose="02000000000000000000" pitchFamily="2" charset="0"/>
              </a:rPr>
              <a:t>Shape Fill</a:t>
            </a:r>
          </a:p>
          <a:p>
            <a:pPr>
              <a:lnSpc>
                <a:spcPct val="150000"/>
              </a:lnSpc>
            </a:pPr>
            <a:r>
              <a:rPr lang="en-US" sz="1600" b="1">
                <a:latin typeface="Roboto" panose="02000000000000000000" pitchFamily="2" charset="0"/>
                <a:ea typeface="Roboto" panose="02000000000000000000" pitchFamily="2" charset="0"/>
                <a:cs typeface="Roboto" panose="02000000000000000000" pitchFamily="2" charset="0"/>
              </a:rPr>
              <a:t>Shape Stroke</a:t>
            </a:r>
          </a:p>
        </p:txBody>
      </p:sp>
      <p:sp>
        <p:nvSpPr>
          <p:cNvPr id="8" name="TextBox 7">
            <a:extLst>
              <a:ext uri="{FF2B5EF4-FFF2-40B4-BE49-F238E27FC236}">
                <a16:creationId xmlns:a16="http://schemas.microsoft.com/office/drawing/2014/main" id="{2CC3D8B1-0177-4306-B013-CE44731EA052}"/>
              </a:ext>
            </a:extLst>
          </p:cNvPr>
          <p:cNvSpPr txBox="1"/>
          <p:nvPr/>
        </p:nvSpPr>
        <p:spPr>
          <a:xfrm>
            <a:off x="4229844" y="1719958"/>
            <a:ext cx="2551329" cy="800219"/>
          </a:xfrm>
          <a:prstGeom prst="rect">
            <a:avLst/>
          </a:prstGeom>
          <a:noFill/>
        </p:spPr>
        <p:txBody>
          <a:bodyPr wrap="square" rtlCol="0">
            <a:spAutoFit/>
          </a:bodyPr>
          <a:lstStyle/>
          <a:p>
            <a:pPr>
              <a:lnSpc>
                <a:spcPct val="150000"/>
              </a:lnSpc>
            </a:pPr>
            <a:r>
              <a:rPr lang="en-US" sz="1600">
                <a:latin typeface="Roboto" panose="02000000000000000000" pitchFamily="2" charset="0"/>
                <a:ea typeface="Roboto" panose="02000000000000000000" pitchFamily="2" charset="0"/>
                <a:cs typeface="Roboto" panose="02000000000000000000" pitchFamily="2" charset="0"/>
              </a:rPr>
              <a:t>RGB - 179, 163, 105</a:t>
            </a:r>
          </a:p>
          <a:p>
            <a:pPr>
              <a:lnSpc>
                <a:spcPct val="150000"/>
              </a:lnSpc>
            </a:pPr>
            <a:r>
              <a:rPr lang="en-US" sz="1600">
                <a:latin typeface="Roboto" panose="02000000000000000000" pitchFamily="2" charset="0"/>
                <a:ea typeface="Roboto" panose="02000000000000000000" pitchFamily="2" charset="0"/>
                <a:cs typeface="Roboto" panose="02000000000000000000" pitchFamily="2" charset="0"/>
              </a:rPr>
              <a:t>RGB - 133, 116, 55</a:t>
            </a:r>
          </a:p>
        </p:txBody>
      </p:sp>
      <p:sp>
        <p:nvSpPr>
          <p:cNvPr id="9" name="Rectangle 8">
            <a:extLst>
              <a:ext uri="{FF2B5EF4-FFF2-40B4-BE49-F238E27FC236}">
                <a16:creationId xmlns:a16="http://schemas.microsoft.com/office/drawing/2014/main" id="{19C7DE82-274A-4AA7-A541-0E5DF273FB2E}"/>
              </a:ext>
            </a:extLst>
          </p:cNvPr>
          <p:cNvSpPr/>
          <p:nvPr/>
        </p:nvSpPr>
        <p:spPr>
          <a:xfrm>
            <a:off x="3982398" y="1892454"/>
            <a:ext cx="132867" cy="132867"/>
          </a:xfrm>
          <a:prstGeom prst="rect">
            <a:avLst/>
          </a:prstGeom>
          <a:solidFill>
            <a:srgbClr val="B3A3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03B5052-6FCE-458F-9FBF-F7771655E5E9}"/>
              </a:ext>
            </a:extLst>
          </p:cNvPr>
          <p:cNvSpPr/>
          <p:nvPr/>
        </p:nvSpPr>
        <p:spPr>
          <a:xfrm>
            <a:off x="3982398" y="2258700"/>
            <a:ext cx="132867" cy="132867"/>
          </a:xfrm>
          <a:prstGeom prst="rect">
            <a:avLst/>
          </a:prstGeom>
          <a:solidFill>
            <a:srgbClr val="8574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Hexagon 11">
            <a:extLst>
              <a:ext uri="{FF2B5EF4-FFF2-40B4-BE49-F238E27FC236}">
                <a16:creationId xmlns:a16="http://schemas.microsoft.com/office/drawing/2014/main" id="{E11AC5A0-8880-4F97-8FEC-245B1CB3E411}"/>
              </a:ext>
            </a:extLst>
          </p:cNvPr>
          <p:cNvSpPr/>
          <p:nvPr/>
        </p:nvSpPr>
        <p:spPr>
          <a:xfrm rot="16200000">
            <a:off x="911048" y="2926498"/>
            <a:ext cx="1019617" cy="878981"/>
          </a:xfrm>
          <a:prstGeom prst="hexagon">
            <a:avLst/>
          </a:prstGeom>
          <a:solidFill>
            <a:srgbClr val="003057"/>
          </a:solidFill>
          <a:ln>
            <a:solidFill>
              <a:srgbClr val="171543"/>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18EDE0F1-0B43-4F0E-931E-039B40D4C4DE}"/>
              </a:ext>
            </a:extLst>
          </p:cNvPr>
          <p:cNvSpPr txBox="1"/>
          <p:nvPr/>
        </p:nvSpPr>
        <p:spPr>
          <a:xfrm>
            <a:off x="2129368" y="2962092"/>
            <a:ext cx="1448427" cy="800219"/>
          </a:xfrm>
          <a:prstGeom prst="rect">
            <a:avLst/>
          </a:prstGeom>
          <a:noFill/>
        </p:spPr>
        <p:txBody>
          <a:bodyPr wrap="square" rtlCol="0">
            <a:spAutoFit/>
          </a:bodyPr>
          <a:lstStyle/>
          <a:p>
            <a:pPr>
              <a:lnSpc>
                <a:spcPct val="150000"/>
              </a:lnSpc>
            </a:pPr>
            <a:r>
              <a:rPr lang="en-US" sz="1600" b="1">
                <a:latin typeface="Roboto" panose="02000000000000000000" pitchFamily="2" charset="0"/>
                <a:ea typeface="Roboto" panose="02000000000000000000" pitchFamily="2" charset="0"/>
                <a:cs typeface="Roboto" panose="02000000000000000000" pitchFamily="2" charset="0"/>
              </a:rPr>
              <a:t>Shape Fill</a:t>
            </a:r>
          </a:p>
          <a:p>
            <a:pPr>
              <a:lnSpc>
                <a:spcPct val="150000"/>
              </a:lnSpc>
            </a:pPr>
            <a:r>
              <a:rPr lang="en-US" sz="1600" b="1">
                <a:latin typeface="Roboto" panose="02000000000000000000" pitchFamily="2" charset="0"/>
                <a:ea typeface="Roboto" panose="02000000000000000000" pitchFamily="2" charset="0"/>
                <a:cs typeface="Roboto" panose="02000000000000000000" pitchFamily="2" charset="0"/>
              </a:rPr>
              <a:t>Shape Stroke</a:t>
            </a:r>
          </a:p>
        </p:txBody>
      </p:sp>
      <p:sp>
        <p:nvSpPr>
          <p:cNvPr id="14" name="TextBox 13">
            <a:extLst>
              <a:ext uri="{FF2B5EF4-FFF2-40B4-BE49-F238E27FC236}">
                <a16:creationId xmlns:a16="http://schemas.microsoft.com/office/drawing/2014/main" id="{F7586E39-4060-4AA0-8EA1-339566877EA8}"/>
              </a:ext>
            </a:extLst>
          </p:cNvPr>
          <p:cNvSpPr txBox="1"/>
          <p:nvPr/>
        </p:nvSpPr>
        <p:spPr>
          <a:xfrm>
            <a:off x="4225611" y="2962091"/>
            <a:ext cx="2336055" cy="800219"/>
          </a:xfrm>
          <a:prstGeom prst="rect">
            <a:avLst/>
          </a:prstGeom>
          <a:noFill/>
        </p:spPr>
        <p:txBody>
          <a:bodyPr wrap="square" rtlCol="0">
            <a:spAutoFit/>
          </a:bodyPr>
          <a:lstStyle/>
          <a:p>
            <a:pPr>
              <a:lnSpc>
                <a:spcPct val="150000"/>
              </a:lnSpc>
            </a:pPr>
            <a:r>
              <a:rPr lang="en-US" sz="1600">
                <a:latin typeface="Roboto" panose="02000000000000000000" pitchFamily="2" charset="0"/>
                <a:ea typeface="Roboto" panose="02000000000000000000" pitchFamily="2" charset="0"/>
                <a:cs typeface="Roboto" panose="02000000000000000000" pitchFamily="2" charset="0"/>
              </a:rPr>
              <a:t>RGB – 0, 48, 87</a:t>
            </a:r>
          </a:p>
          <a:p>
            <a:pPr>
              <a:lnSpc>
                <a:spcPct val="150000"/>
              </a:lnSpc>
            </a:pPr>
            <a:r>
              <a:rPr lang="en-US" sz="1600">
                <a:latin typeface="Roboto" panose="02000000000000000000" pitchFamily="2" charset="0"/>
                <a:ea typeface="Roboto" panose="02000000000000000000" pitchFamily="2" charset="0"/>
                <a:cs typeface="Roboto" panose="02000000000000000000" pitchFamily="2" charset="0"/>
              </a:rPr>
              <a:t>RGB – 23, 21, 67</a:t>
            </a:r>
          </a:p>
        </p:txBody>
      </p:sp>
      <p:sp>
        <p:nvSpPr>
          <p:cNvPr id="15" name="Rectangle 14">
            <a:extLst>
              <a:ext uri="{FF2B5EF4-FFF2-40B4-BE49-F238E27FC236}">
                <a16:creationId xmlns:a16="http://schemas.microsoft.com/office/drawing/2014/main" id="{5672608C-274A-4F97-B98B-DD029A51848D}"/>
              </a:ext>
            </a:extLst>
          </p:cNvPr>
          <p:cNvSpPr/>
          <p:nvPr/>
        </p:nvSpPr>
        <p:spPr>
          <a:xfrm>
            <a:off x="3982398" y="3134587"/>
            <a:ext cx="132867" cy="132867"/>
          </a:xfrm>
          <a:prstGeom prst="rect">
            <a:avLst/>
          </a:prstGeom>
          <a:solidFill>
            <a:srgbClr val="0030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E7DA2EC-CAB3-491F-B1D6-117B2F39949E}"/>
              </a:ext>
            </a:extLst>
          </p:cNvPr>
          <p:cNvSpPr/>
          <p:nvPr/>
        </p:nvSpPr>
        <p:spPr>
          <a:xfrm>
            <a:off x="3982398" y="3500833"/>
            <a:ext cx="132867" cy="132867"/>
          </a:xfrm>
          <a:prstGeom prst="rect">
            <a:avLst/>
          </a:prstGeom>
          <a:solidFill>
            <a:srgbClr val="1715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Hexagon 17">
            <a:extLst>
              <a:ext uri="{FF2B5EF4-FFF2-40B4-BE49-F238E27FC236}">
                <a16:creationId xmlns:a16="http://schemas.microsoft.com/office/drawing/2014/main" id="{CBD89031-E9C2-4D86-AA0D-0F43976095B9}"/>
              </a:ext>
            </a:extLst>
          </p:cNvPr>
          <p:cNvSpPr/>
          <p:nvPr/>
        </p:nvSpPr>
        <p:spPr>
          <a:xfrm rot="16200000">
            <a:off x="911047" y="4153715"/>
            <a:ext cx="1019617" cy="878981"/>
          </a:xfrm>
          <a:prstGeom prst="hexagon">
            <a:avLst/>
          </a:prstGeom>
          <a:solidFill>
            <a:srgbClr val="D6DBD4"/>
          </a:solidFill>
          <a:ln>
            <a:solidFill>
              <a:srgbClr val="80808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EB2B34F4-E047-4B64-B42D-605ED7F1A320}"/>
              </a:ext>
            </a:extLst>
          </p:cNvPr>
          <p:cNvSpPr txBox="1"/>
          <p:nvPr/>
        </p:nvSpPr>
        <p:spPr>
          <a:xfrm>
            <a:off x="2129367" y="4189309"/>
            <a:ext cx="1448427" cy="800219"/>
          </a:xfrm>
          <a:prstGeom prst="rect">
            <a:avLst/>
          </a:prstGeom>
          <a:noFill/>
        </p:spPr>
        <p:txBody>
          <a:bodyPr wrap="square" rtlCol="0">
            <a:spAutoFit/>
          </a:bodyPr>
          <a:lstStyle/>
          <a:p>
            <a:pPr>
              <a:lnSpc>
                <a:spcPct val="150000"/>
              </a:lnSpc>
            </a:pPr>
            <a:r>
              <a:rPr lang="en-US" sz="1600" b="1">
                <a:latin typeface="Roboto" panose="02000000000000000000" pitchFamily="2" charset="0"/>
                <a:ea typeface="Roboto" panose="02000000000000000000" pitchFamily="2" charset="0"/>
                <a:cs typeface="Roboto" panose="02000000000000000000" pitchFamily="2" charset="0"/>
              </a:rPr>
              <a:t>Shape Fill</a:t>
            </a:r>
          </a:p>
          <a:p>
            <a:pPr>
              <a:lnSpc>
                <a:spcPct val="150000"/>
              </a:lnSpc>
            </a:pPr>
            <a:r>
              <a:rPr lang="en-US" sz="1600" b="1">
                <a:latin typeface="Roboto" panose="02000000000000000000" pitchFamily="2" charset="0"/>
                <a:ea typeface="Roboto" panose="02000000000000000000" pitchFamily="2" charset="0"/>
                <a:cs typeface="Roboto" panose="02000000000000000000" pitchFamily="2" charset="0"/>
              </a:rPr>
              <a:t>Shape Stroke</a:t>
            </a:r>
          </a:p>
        </p:txBody>
      </p:sp>
      <p:sp>
        <p:nvSpPr>
          <p:cNvPr id="20" name="TextBox 19">
            <a:extLst>
              <a:ext uri="{FF2B5EF4-FFF2-40B4-BE49-F238E27FC236}">
                <a16:creationId xmlns:a16="http://schemas.microsoft.com/office/drawing/2014/main" id="{BD58A049-B70B-487F-9A4D-A50AD0788BC0}"/>
              </a:ext>
            </a:extLst>
          </p:cNvPr>
          <p:cNvSpPr txBox="1"/>
          <p:nvPr/>
        </p:nvSpPr>
        <p:spPr>
          <a:xfrm>
            <a:off x="4225610" y="4189308"/>
            <a:ext cx="2336055" cy="800219"/>
          </a:xfrm>
          <a:prstGeom prst="rect">
            <a:avLst/>
          </a:prstGeom>
          <a:noFill/>
          <a:ln>
            <a:noFill/>
          </a:ln>
        </p:spPr>
        <p:txBody>
          <a:bodyPr wrap="square" rtlCol="0">
            <a:spAutoFit/>
          </a:bodyPr>
          <a:lstStyle/>
          <a:p>
            <a:pPr>
              <a:lnSpc>
                <a:spcPct val="150000"/>
              </a:lnSpc>
            </a:pPr>
            <a:r>
              <a:rPr lang="en-US" sz="1600">
                <a:latin typeface="Roboto" panose="02000000000000000000" pitchFamily="2" charset="0"/>
                <a:ea typeface="Roboto" panose="02000000000000000000" pitchFamily="2" charset="0"/>
                <a:cs typeface="Roboto" panose="02000000000000000000" pitchFamily="2" charset="0"/>
              </a:rPr>
              <a:t>RGB – 214, 219, 212</a:t>
            </a:r>
          </a:p>
          <a:p>
            <a:pPr>
              <a:lnSpc>
                <a:spcPct val="150000"/>
              </a:lnSpc>
            </a:pPr>
            <a:r>
              <a:rPr lang="en-US" sz="1600">
                <a:latin typeface="Roboto" panose="02000000000000000000" pitchFamily="2" charset="0"/>
                <a:ea typeface="Roboto" panose="02000000000000000000" pitchFamily="2" charset="0"/>
                <a:cs typeface="Roboto" panose="02000000000000000000" pitchFamily="2" charset="0"/>
              </a:rPr>
              <a:t>RGB – 128, 128, 128</a:t>
            </a:r>
          </a:p>
        </p:txBody>
      </p:sp>
      <p:sp>
        <p:nvSpPr>
          <p:cNvPr id="21" name="Rectangle 20">
            <a:extLst>
              <a:ext uri="{FF2B5EF4-FFF2-40B4-BE49-F238E27FC236}">
                <a16:creationId xmlns:a16="http://schemas.microsoft.com/office/drawing/2014/main" id="{82950772-39A2-4825-B858-FC2F1F070C2E}"/>
              </a:ext>
            </a:extLst>
          </p:cNvPr>
          <p:cNvSpPr/>
          <p:nvPr/>
        </p:nvSpPr>
        <p:spPr>
          <a:xfrm>
            <a:off x="3982397" y="4361804"/>
            <a:ext cx="132867" cy="132867"/>
          </a:xfrm>
          <a:prstGeom prst="rect">
            <a:avLst/>
          </a:prstGeom>
          <a:solidFill>
            <a:srgbClr val="0030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D723A9F3-49F4-4C62-B3C9-C9B91861C7E7}"/>
              </a:ext>
            </a:extLst>
          </p:cNvPr>
          <p:cNvSpPr/>
          <p:nvPr/>
        </p:nvSpPr>
        <p:spPr>
          <a:xfrm>
            <a:off x="3982397" y="4728050"/>
            <a:ext cx="132867" cy="132867"/>
          </a:xfrm>
          <a:prstGeom prst="rect">
            <a:avLst/>
          </a:prstGeom>
          <a:solidFill>
            <a:srgbClr val="1715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Hexagon 23">
            <a:extLst>
              <a:ext uri="{FF2B5EF4-FFF2-40B4-BE49-F238E27FC236}">
                <a16:creationId xmlns:a16="http://schemas.microsoft.com/office/drawing/2014/main" id="{9338EBBD-7F22-4F24-B65C-6A20EEB0F271}"/>
              </a:ext>
            </a:extLst>
          </p:cNvPr>
          <p:cNvSpPr/>
          <p:nvPr/>
        </p:nvSpPr>
        <p:spPr>
          <a:xfrm rot="16200000">
            <a:off x="8613836" y="827486"/>
            <a:ext cx="1773640" cy="1529001"/>
          </a:xfrm>
          <a:prstGeom prst="hexagon">
            <a:avLst/>
          </a:prstGeom>
          <a:solidFill>
            <a:srgbClr val="B3A369"/>
          </a:solidFill>
          <a:ln>
            <a:solidFill>
              <a:srgbClr val="85743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Hexagon 24">
            <a:extLst>
              <a:ext uri="{FF2B5EF4-FFF2-40B4-BE49-F238E27FC236}">
                <a16:creationId xmlns:a16="http://schemas.microsoft.com/office/drawing/2014/main" id="{CFF72553-1C90-49AC-AE15-30B67A5E94D5}"/>
              </a:ext>
            </a:extLst>
          </p:cNvPr>
          <p:cNvSpPr/>
          <p:nvPr/>
        </p:nvSpPr>
        <p:spPr>
          <a:xfrm rot="16200000">
            <a:off x="7767169" y="2337687"/>
            <a:ext cx="1773640" cy="1529001"/>
          </a:xfrm>
          <a:prstGeom prst="hexagon">
            <a:avLst/>
          </a:prstGeom>
          <a:solidFill>
            <a:srgbClr val="003057"/>
          </a:solidFill>
          <a:ln>
            <a:solidFill>
              <a:srgbClr val="003057"/>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Hexagon 25">
            <a:extLst>
              <a:ext uri="{FF2B5EF4-FFF2-40B4-BE49-F238E27FC236}">
                <a16:creationId xmlns:a16="http://schemas.microsoft.com/office/drawing/2014/main" id="{6E268611-651C-4F58-ABD0-1C1BAE93A9E8}"/>
              </a:ext>
            </a:extLst>
          </p:cNvPr>
          <p:cNvSpPr/>
          <p:nvPr/>
        </p:nvSpPr>
        <p:spPr>
          <a:xfrm rot="16200000">
            <a:off x="9440202" y="2337687"/>
            <a:ext cx="1773640" cy="1529001"/>
          </a:xfrm>
          <a:prstGeom prst="hexagon">
            <a:avLst/>
          </a:prstGeom>
          <a:solidFill>
            <a:srgbClr val="D6DBD4"/>
          </a:solidFill>
          <a:ln>
            <a:solidFill>
              <a:srgbClr val="80808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17E8172E-AC4F-4485-B819-CD95AB5A1C91}"/>
              </a:ext>
            </a:extLst>
          </p:cNvPr>
          <p:cNvSpPr txBox="1"/>
          <p:nvPr/>
        </p:nvSpPr>
        <p:spPr>
          <a:xfrm>
            <a:off x="8776442" y="1091366"/>
            <a:ext cx="1448428" cy="954107"/>
          </a:xfrm>
          <a:prstGeom prst="rect">
            <a:avLst/>
          </a:prstGeom>
          <a:noFill/>
        </p:spPr>
        <p:txBody>
          <a:bodyPr wrap="square" rtlCol="0">
            <a:spAutoFit/>
          </a:bodyPr>
          <a:lstStyle/>
          <a:p>
            <a:pPr algn="ctr"/>
            <a:r>
              <a:rPr lang="en-US" sz="4000" b="1">
                <a:solidFill>
                  <a:schemeClr val="bg1"/>
                </a:solidFill>
                <a:latin typeface="DIN 2014 Bold" panose="020B0504020202020204" pitchFamily="34" charset="0"/>
                <a:ea typeface="DIN 2014 Bold" panose="020B0504020202020204" pitchFamily="34" charset="0"/>
              </a:rPr>
              <a:t>XXX</a:t>
            </a:r>
          </a:p>
          <a:p>
            <a:pPr algn="ctr"/>
            <a:r>
              <a:rPr lang="en-US" sz="1600" b="1">
                <a:solidFill>
                  <a:schemeClr val="bg1"/>
                </a:solidFill>
                <a:latin typeface="DIN 2014 Bold" panose="020B0504020202020204" pitchFamily="34" charset="0"/>
                <a:ea typeface="DIN 2014 Bold" panose="020B0504020202020204" pitchFamily="34" charset="0"/>
              </a:rPr>
              <a:t>Lorem Ipsum</a:t>
            </a:r>
          </a:p>
        </p:txBody>
      </p:sp>
      <p:sp>
        <p:nvSpPr>
          <p:cNvPr id="28" name="TextBox 27">
            <a:extLst>
              <a:ext uri="{FF2B5EF4-FFF2-40B4-BE49-F238E27FC236}">
                <a16:creationId xmlns:a16="http://schemas.microsoft.com/office/drawing/2014/main" id="{AF6EE8BE-4F6F-4E5D-88C9-527BA9BC52C8}"/>
              </a:ext>
            </a:extLst>
          </p:cNvPr>
          <p:cNvSpPr txBox="1"/>
          <p:nvPr/>
        </p:nvSpPr>
        <p:spPr>
          <a:xfrm>
            <a:off x="7929775" y="2598366"/>
            <a:ext cx="1448428" cy="954107"/>
          </a:xfrm>
          <a:prstGeom prst="rect">
            <a:avLst/>
          </a:prstGeom>
          <a:noFill/>
        </p:spPr>
        <p:txBody>
          <a:bodyPr wrap="square" rtlCol="0">
            <a:spAutoFit/>
          </a:bodyPr>
          <a:lstStyle/>
          <a:p>
            <a:pPr algn="ctr"/>
            <a:r>
              <a:rPr lang="en-US" sz="4000" b="1">
                <a:solidFill>
                  <a:schemeClr val="bg1"/>
                </a:solidFill>
                <a:latin typeface="DIN 2014 Bold" panose="020B0504020202020204" pitchFamily="34" charset="0"/>
                <a:ea typeface="DIN 2014 Bold" panose="020B0504020202020204" pitchFamily="34" charset="0"/>
              </a:rPr>
              <a:t>XXX</a:t>
            </a:r>
          </a:p>
          <a:p>
            <a:pPr algn="ctr"/>
            <a:r>
              <a:rPr lang="en-US" sz="1600" b="1">
                <a:solidFill>
                  <a:schemeClr val="bg1"/>
                </a:solidFill>
                <a:latin typeface="DIN 2014 Bold" panose="020B0504020202020204" pitchFamily="34" charset="0"/>
                <a:ea typeface="DIN 2014 Bold" panose="020B0504020202020204" pitchFamily="34" charset="0"/>
              </a:rPr>
              <a:t>Lorem Ipsum</a:t>
            </a:r>
          </a:p>
        </p:txBody>
      </p:sp>
      <p:sp>
        <p:nvSpPr>
          <p:cNvPr id="29" name="TextBox 28">
            <a:extLst>
              <a:ext uri="{FF2B5EF4-FFF2-40B4-BE49-F238E27FC236}">
                <a16:creationId xmlns:a16="http://schemas.microsoft.com/office/drawing/2014/main" id="{5D816B11-EF62-4A6F-B7EE-9FD066BECD0F}"/>
              </a:ext>
            </a:extLst>
          </p:cNvPr>
          <p:cNvSpPr txBox="1"/>
          <p:nvPr/>
        </p:nvSpPr>
        <p:spPr>
          <a:xfrm>
            <a:off x="9606935" y="2598366"/>
            <a:ext cx="1448428" cy="954107"/>
          </a:xfrm>
          <a:prstGeom prst="rect">
            <a:avLst/>
          </a:prstGeom>
          <a:noFill/>
        </p:spPr>
        <p:txBody>
          <a:bodyPr wrap="square" rtlCol="0">
            <a:spAutoFit/>
          </a:bodyPr>
          <a:lstStyle/>
          <a:p>
            <a:pPr algn="ctr"/>
            <a:r>
              <a:rPr lang="en-US" sz="4000" b="1">
                <a:latin typeface="DIN 2014 Bold" panose="020B0504020202020204" pitchFamily="34" charset="0"/>
                <a:ea typeface="DIN 2014 Bold" panose="020B0504020202020204" pitchFamily="34" charset="0"/>
              </a:rPr>
              <a:t>XXX</a:t>
            </a:r>
          </a:p>
          <a:p>
            <a:pPr algn="ctr"/>
            <a:r>
              <a:rPr lang="en-US" sz="1600" b="1">
                <a:latin typeface="DIN 2014 Bold" panose="020B0504020202020204" pitchFamily="34" charset="0"/>
                <a:ea typeface="DIN 2014 Bold" panose="020B0504020202020204" pitchFamily="34" charset="0"/>
              </a:rPr>
              <a:t>Lorem Ipsum</a:t>
            </a:r>
          </a:p>
        </p:txBody>
      </p:sp>
      <p:sp>
        <p:nvSpPr>
          <p:cNvPr id="30" name="TextBox 29">
            <a:extLst>
              <a:ext uri="{FF2B5EF4-FFF2-40B4-BE49-F238E27FC236}">
                <a16:creationId xmlns:a16="http://schemas.microsoft.com/office/drawing/2014/main" id="{A72B6C56-6444-4E6A-80D4-74D754BAF297}"/>
              </a:ext>
            </a:extLst>
          </p:cNvPr>
          <p:cNvSpPr txBox="1"/>
          <p:nvPr/>
        </p:nvSpPr>
        <p:spPr>
          <a:xfrm>
            <a:off x="7226466" y="4360562"/>
            <a:ext cx="3828897" cy="1384995"/>
          </a:xfrm>
          <a:prstGeom prst="rect">
            <a:avLst/>
          </a:prstGeom>
          <a:noFill/>
        </p:spPr>
        <p:txBody>
          <a:bodyPr wrap="square" rtlCol="0">
            <a:spAutoFit/>
          </a:bodyPr>
          <a:lstStyle/>
          <a:p>
            <a:r>
              <a:rPr lang="en-US" sz="1400" i="1">
                <a:latin typeface="Roboto" panose="02000000000000000000" pitchFamily="2" charset="0"/>
                <a:ea typeface="Roboto" panose="02000000000000000000" pitchFamily="2" charset="0"/>
                <a:cs typeface="Roboto" panose="02000000000000000000" pitchFamily="2" charset="0"/>
              </a:rPr>
              <a:t>Hex shape content should be used for displaying minimal information and statistics. Font color to use for shapes is only white and black, with black only being used for Gold and Pi Mile color options. Examples will be displayed on next page for common uses.</a:t>
            </a:r>
          </a:p>
        </p:txBody>
      </p:sp>
      <p:sp>
        <p:nvSpPr>
          <p:cNvPr id="31" name="Rectangle 30">
            <a:extLst>
              <a:ext uri="{FF2B5EF4-FFF2-40B4-BE49-F238E27FC236}">
                <a16:creationId xmlns:a16="http://schemas.microsoft.com/office/drawing/2014/main" id="{04515CA0-F386-475C-8F7B-D90B612D501B}"/>
              </a:ext>
            </a:extLst>
          </p:cNvPr>
          <p:cNvSpPr/>
          <p:nvPr/>
        </p:nvSpPr>
        <p:spPr>
          <a:xfrm>
            <a:off x="7017698" y="4456550"/>
            <a:ext cx="132867" cy="132867"/>
          </a:xfrm>
          <a:prstGeom prst="rect">
            <a:avLst/>
          </a:prstGeom>
          <a:solidFill>
            <a:srgbClr val="B3A3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A4C57B05-F65C-4B5A-9005-242A0221CDF7}"/>
              </a:ext>
            </a:extLst>
          </p:cNvPr>
          <p:cNvSpPr txBox="1"/>
          <p:nvPr/>
        </p:nvSpPr>
        <p:spPr>
          <a:xfrm>
            <a:off x="1082508" y="1892454"/>
            <a:ext cx="675286" cy="430887"/>
          </a:xfrm>
          <a:prstGeom prst="rect">
            <a:avLst/>
          </a:prstGeom>
          <a:noFill/>
        </p:spPr>
        <p:txBody>
          <a:bodyPr wrap="square" rtlCol="0">
            <a:spAutoFit/>
          </a:bodyPr>
          <a:lstStyle/>
          <a:p>
            <a:pPr>
              <a:lnSpc>
                <a:spcPct val="150000"/>
              </a:lnSpc>
            </a:pPr>
            <a:r>
              <a:rPr lang="en-US" sz="1600" b="1">
                <a:solidFill>
                  <a:schemeClr val="bg1"/>
                </a:solidFill>
                <a:latin typeface="DIN 2014 Bold" panose="020B0504020202020204" pitchFamily="34" charset="0"/>
                <a:ea typeface="DIN 2014 Bold" panose="020B0504020202020204" pitchFamily="34" charset="0"/>
              </a:rPr>
              <a:t>GOLD</a:t>
            </a:r>
          </a:p>
        </p:txBody>
      </p:sp>
      <p:sp>
        <p:nvSpPr>
          <p:cNvPr id="33" name="TextBox 32">
            <a:extLst>
              <a:ext uri="{FF2B5EF4-FFF2-40B4-BE49-F238E27FC236}">
                <a16:creationId xmlns:a16="http://schemas.microsoft.com/office/drawing/2014/main" id="{EDFA2D57-508F-4164-8B26-D65FC498BCDA}"/>
              </a:ext>
            </a:extLst>
          </p:cNvPr>
          <p:cNvSpPr txBox="1"/>
          <p:nvPr/>
        </p:nvSpPr>
        <p:spPr>
          <a:xfrm>
            <a:off x="1078275" y="3134587"/>
            <a:ext cx="708192" cy="430887"/>
          </a:xfrm>
          <a:prstGeom prst="rect">
            <a:avLst/>
          </a:prstGeom>
          <a:noFill/>
        </p:spPr>
        <p:txBody>
          <a:bodyPr wrap="square" rtlCol="0">
            <a:spAutoFit/>
          </a:bodyPr>
          <a:lstStyle/>
          <a:p>
            <a:pPr>
              <a:lnSpc>
                <a:spcPct val="150000"/>
              </a:lnSpc>
            </a:pPr>
            <a:r>
              <a:rPr lang="en-US" sz="1600" b="1">
                <a:solidFill>
                  <a:schemeClr val="bg1"/>
                </a:solidFill>
                <a:latin typeface="DIN 2014 Bold" panose="020B0504020202020204" pitchFamily="34" charset="0"/>
                <a:ea typeface="DIN 2014 Bold" panose="020B0504020202020204" pitchFamily="34" charset="0"/>
              </a:rPr>
              <a:t>NAVY</a:t>
            </a:r>
          </a:p>
        </p:txBody>
      </p:sp>
      <p:sp>
        <p:nvSpPr>
          <p:cNvPr id="34" name="TextBox 33">
            <a:extLst>
              <a:ext uri="{FF2B5EF4-FFF2-40B4-BE49-F238E27FC236}">
                <a16:creationId xmlns:a16="http://schemas.microsoft.com/office/drawing/2014/main" id="{11F10A08-E829-4788-9A43-1F0FC171891B}"/>
              </a:ext>
            </a:extLst>
          </p:cNvPr>
          <p:cNvSpPr txBox="1"/>
          <p:nvPr/>
        </p:nvSpPr>
        <p:spPr>
          <a:xfrm>
            <a:off x="981364" y="4357050"/>
            <a:ext cx="888185" cy="430887"/>
          </a:xfrm>
          <a:prstGeom prst="rect">
            <a:avLst/>
          </a:prstGeom>
          <a:noFill/>
        </p:spPr>
        <p:txBody>
          <a:bodyPr wrap="square" rtlCol="0">
            <a:spAutoFit/>
          </a:bodyPr>
          <a:lstStyle/>
          <a:p>
            <a:pPr>
              <a:lnSpc>
                <a:spcPct val="150000"/>
              </a:lnSpc>
            </a:pPr>
            <a:r>
              <a:rPr lang="en-US" sz="1600" b="1">
                <a:latin typeface="DIN 2014 Bold" panose="020B0504020202020204" pitchFamily="34" charset="0"/>
                <a:ea typeface="DIN 2014 Bold" panose="020B0504020202020204" pitchFamily="34" charset="0"/>
              </a:rPr>
              <a:t>PI MILE</a:t>
            </a:r>
          </a:p>
        </p:txBody>
      </p:sp>
    </p:spTree>
    <p:extLst>
      <p:ext uri="{BB962C8B-B14F-4D97-AF65-F5344CB8AC3E}">
        <p14:creationId xmlns:p14="http://schemas.microsoft.com/office/powerpoint/2010/main" val="17720008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95E042A-48F0-47CE-AC4D-46C492F81836}"/>
              </a:ext>
            </a:extLst>
          </p:cNvPr>
          <p:cNvSpPr>
            <a:spLocks noGrp="1"/>
          </p:cNvSpPr>
          <p:nvPr>
            <p:ph type="title"/>
          </p:nvPr>
        </p:nvSpPr>
        <p:spPr/>
        <p:txBody>
          <a:bodyPr/>
          <a:lstStyle/>
          <a:p>
            <a:r>
              <a:rPr lang="en-US"/>
              <a:t>Charts</a:t>
            </a:r>
          </a:p>
        </p:txBody>
      </p:sp>
      <p:graphicFrame>
        <p:nvGraphicFramePr>
          <p:cNvPr id="4" name="Chart 3">
            <a:extLst>
              <a:ext uri="{FF2B5EF4-FFF2-40B4-BE49-F238E27FC236}">
                <a16:creationId xmlns:a16="http://schemas.microsoft.com/office/drawing/2014/main" id="{F99E1767-7F38-4A00-8C93-64882B7301F9}"/>
              </a:ext>
            </a:extLst>
          </p:cNvPr>
          <p:cNvGraphicFramePr/>
          <p:nvPr>
            <p:extLst>
              <p:ext uri="{D42A27DB-BD31-4B8C-83A1-F6EECF244321}">
                <p14:modId xmlns:p14="http://schemas.microsoft.com/office/powerpoint/2010/main" val="1009508076"/>
              </p:ext>
            </p:extLst>
          </p:nvPr>
        </p:nvGraphicFramePr>
        <p:xfrm>
          <a:off x="6536266" y="431801"/>
          <a:ext cx="4707467" cy="3138312"/>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C311BF4A-C94D-4D3C-B16D-FCE921D9CC71}"/>
              </a:ext>
            </a:extLst>
          </p:cNvPr>
          <p:cNvSpPr txBox="1"/>
          <p:nvPr/>
        </p:nvSpPr>
        <p:spPr>
          <a:xfrm>
            <a:off x="1701686" y="1337347"/>
            <a:ext cx="5109635" cy="1384995"/>
          </a:xfrm>
          <a:prstGeom prst="rect">
            <a:avLst/>
          </a:prstGeom>
          <a:noFill/>
        </p:spPr>
        <p:txBody>
          <a:bodyPr wrap="square" rtlCol="0">
            <a:spAutoFit/>
          </a:bodyPr>
          <a:lstStyle/>
          <a:p>
            <a:r>
              <a:rPr lang="en-US" sz="1400" b="1" i="1">
                <a:latin typeface="Roboto" panose="02000000000000000000" pitchFamily="2" charset="0"/>
                <a:ea typeface="Roboto" panose="02000000000000000000" pitchFamily="2" charset="0"/>
                <a:cs typeface="Roboto" panose="02000000000000000000" pitchFamily="2" charset="0"/>
              </a:rPr>
              <a:t>Chart Sample 1 </a:t>
            </a:r>
            <a:r>
              <a:rPr lang="en-US" sz="1400" i="1">
                <a:latin typeface="Roboto" panose="02000000000000000000" pitchFamily="2" charset="0"/>
                <a:ea typeface="Roboto" panose="02000000000000000000" pitchFamily="2" charset="0"/>
                <a:cs typeface="Roboto" panose="02000000000000000000" pitchFamily="2" charset="0"/>
              </a:rPr>
              <a:t>utilizes a Column known as 3D Stacked within </a:t>
            </a:r>
            <a:r>
              <a:rPr lang="en-US" sz="1400" i="1" err="1">
                <a:latin typeface="Roboto" panose="02000000000000000000" pitchFamily="2" charset="0"/>
                <a:ea typeface="Roboto" panose="02000000000000000000" pitchFamily="2" charset="0"/>
                <a:cs typeface="Roboto" panose="02000000000000000000" pitchFamily="2" charset="0"/>
              </a:rPr>
              <a:t>Powerpoint</a:t>
            </a:r>
            <a:r>
              <a:rPr lang="en-US" sz="1400" i="1">
                <a:latin typeface="Roboto" panose="02000000000000000000" pitchFamily="2" charset="0"/>
                <a:ea typeface="Roboto" panose="02000000000000000000" pitchFamily="2" charset="0"/>
                <a:cs typeface="Roboto" panose="02000000000000000000" pitchFamily="2" charset="0"/>
              </a:rPr>
              <a:t>. Samples and Series numbers can be increased as needed. It incorporates Gold, Navy, and Dark Gold as color options, but can be changed out for other colors within the secondary and tertiary colors located in the Georgia Tech Brand Standards Manual.</a:t>
            </a:r>
          </a:p>
        </p:txBody>
      </p:sp>
      <p:sp>
        <p:nvSpPr>
          <p:cNvPr id="8" name="Rectangle 7">
            <a:extLst>
              <a:ext uri="{FF2B5EF4-FFF2-40B4-BE49-F238E27FC236}">
                <a16:creationId xmlns:a16="http://schemas.microsoft.com/office/drawing/2014/main" id="{3CA785AF-2B71-4909-B002-A0BB50388D60}"/>
              </a:ext>
            </a:extLst>
          </p:cNvPr>
          <p:cNvSpPr/>
          <p:nvPr/>
        </p:nvSpPr>
        <p:spPr>
          <a:xfrm>
            <a:off x="1492920" y="1433335"/>
            <a:ext cx="132867" cy="132867"/>
          </a:xfrm>
          <a:prstGeom prst="rect">
            <a:avLst/>
          </a:prstGeom>
          <a:solidFill>
            <a:srgbClr val="B3A3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1" name="Chart 10">
            <a:extLst>
              <a:ext uri="{FF2B5EF4-FFF2-40B4-BE49-F238E27FC236}">
                <a16:creationId xmlns:a16="http://schemas.microsoft.com/office/drawing/2014/main" id="{245DDAF6-71F2-465B-96CB-ACB958D97E50}"/>
              </a:ext>
            </a:extLst>
          </p:cNvPr>
          <p:cNvGraphicFramePr/>
          <p:nvPr>
            <p:extLst>
              <p:ext uri="{D42A27DB-BD31-4B8C-83A1-F6EECF244321}">
                <p14:modId xmlns:p14="http://schemas.microsoft.com/office/powerpoint/2010/main" val="3440650957"/>
              </p:ext>
            </p:extLst>
          </p:nvPr>
        </p:nvGraphicFramePr>
        <p:xfrm>
          <a:off x="1388533" y="3166533"/>
          <a:ext cx="4707467" cy="3138312"/>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Box 13">
            <a:extLst>
              <a:ext uri="{FF2B5EF4-FFF2-40B4-BE49-F238E27FC236}">
                <a16:creationId xmlns:a16="http://schemas.microsoft.com/office/drawing/2014/main" id="{7F3C4DA5-8676-462F-972E-7DA23BA7E4C9}"/>
              </a:ext>
            </a:extLst>
          </p:cNvPr>
          <p:cNvSpPr txBox="1"/>
          <p:nvPr/>
        </p:nvSpPr>
        <p:spPr>
          <a:xfrm>
            <a:off x="6745032" y="3999604"/>
            <a:ext cx="5109635" cy="1384995"/>
          </a:xfrm>
          <a:prstGeom prst="rect">
            <a:avLst/>
          </a:prstGeom>
          <a:noFill/>
        </p:spPr>
        <p:txBody>
          <a:bodyPr wrap="square" rtlCol="0">
            <a:spAutoFit/>
          </a:bodyPr>
          <a:lstStyle/>
          <a:p>
            <a:r>
              <a:rPr lang="en-US" sz="1400" b="1" i="1">
                <a:latin typeface="Roboto" panose="02000000000000000000" pitchFamily="2" charset="0"/>
                <a:ea typeface="Roboto" panose="02000000000000000000" pitchFamily="2" charset="0"/>
                <a:cs typeface="Roboto" panose="02000000000000000000" pitchFamily="2" charset="0"/>
              </a:rPr>
              <a:t>Chart Sample 2 </a:t>
            </a:r>
            <a:r>
              <a:rPr lang="en-US" sz="1400" i="1">
                <a:latin typeface="Roboto" panose="02000000000000000000" pitchFamily="2" charset="0"/>
                <a:ea typeface="Roboto" panose="02000000000000000000" pitchFamily="2" charset="0"/>
                <a:cs typeface="Roboto" panose="02000000000000000000" pitchFamily="2" charset="0"/>
              </a:rPr>
              <a:t>utilizes a Line chart known as Line Markers within </a:t>
            </a:r>
            <a:r>
              <a:rPr lang="en-US" sz="1400" i="1" err="1">
                <a:latin typeface="Roboto" panose="02000000000000000000" pitchFamily="2" charset="0"/>
                <a:ea typeface="Roboto" panose="02000000000000000000" pitchFamily="2" charset="0"/>
                <a:cs typeface="Roboto" panose="02000000000000000000" pitchFamily="2" charset="0"/>
              </a:rPr>
              <a:t>Powerpoint</a:t>
            </a:r>
            <a:r>
              <a:rPr lang="en-US" sz="1400" i="1">
                <a:latin typeface="Roboto" panose="02000000000000000000" pitchFamily="2" charset="0"/>
                <a:ea typeface="Roboto" panose="02000000000000000000" pitchFamily="2" charset="0"/>
                <a:cs typeface="Roboto" panose="02000000000000000000" pitchFamily="2" charset="0"/>
              </a:rPr>
              <a:t>. Samples and Series numbers can be increased as needed. It incorporates Gold, Navy, and Dark Gold as color options, but can be changed out for other colors within the secondary and tertiary colors located in the Georgia Tech Brand Standards Manual.</a:t>
            </a:r>
          </a:p>
        </p:txBody>
      </p:sp>
      <p:sp>
        <p:nvSpPr>
          <p:cNvPr id="15" name="Rectangle 14">
            <a:extLst>
              <a:ext uri="{FF2B5EF4-FFF2-40B4-BE49-F238E27FC236}">
                <a16:creationId xmlns:a16="http://schemas.microsoft.com/office/drawing/2014/main" id="{FA60C6C6-EA61-4BF3-ADED-E3D947A860D1}"/>
              </a:ext>
            </a:extLst>
          </p:cNvPr>
          <p:cNvSpPr/>
          <p:nvPr/>
        </p:nvSpPr>
        <p:spPr>
          <a:xfrm>
            <a:off x="6536266" y="4095592"/>
            <a:ext cx="132867" cy="132867"/>
          </a:xfrm>
          <a:prstGeom prst="rect">
            <a:avLst/>
          </a:prstGeom>
          <a:solidFill>
            <a:srgbClr val="B3A3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271643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95E042A-48F0-47CE-AC4D-46C492F81836}"/>
              </a:ext>
            </a:extLst>
          </p:cNvPr>
          <p:cNvSpPr>
            <a:spLocks noGrp="1"/>
          </p:cNvSpPr>
          <p:nvPr>
            <p:ph type="title"/>
          </p:nvPr>
        </p:nvSpPr>
        <p:spPr/>
        <p:txBody>
          <a:bodyPr/>
          <a:lstStyle/>
          <a:p>
            <a:r>
              <a:rPr lang="en-US"/>
              <a:t>Chart Sample 1</a:t>
            </a:r>
          </a:p>
        </p:txBody>
      </p:sp>
      <p:graphicFrame>
        <p:nvGraphicFramePr>
          <p:cNvPr id="4" name="Chart 3">
            <a:extLst>
              <a:ext uri="{FF2B5EF4-FFF2-40B4-BE49-F238E27FC236}">
                <a16:creationId xmlns:a16="http://schemas.microsoft.com/office/drawing/2014/main" id="{F99E1767-7F38-4A00-8C93-64882B7301F9}"/>
              </a:ext>
            </a:extLst>
          </p:cNvPr>
          <p:cNvGraphicFramePr/>
          <p:nvPr>
            <p:extLst>
              <p:ext uri="{D42A27DB-BD31-4B8C-83A1-F6EECF244321}">
                <p14:modId xmlns:p14="http://schemas.microsoft.com/office/powerpoint/2010/main" val="706261651"/>
              </p:ext>
            </p:extLst>
          </p:nvPr>
        </p:nvGraphicFramePr>
        <p:xfrm>
          <a:off x="1092201" y="1164684"/>
          <a:ext cx="8326966" cy="5270500"/>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a:extLst>
              <a:ext uri="{FF2B5EF4-FFF2-40B4-BE49-F238E27FC236}">
                <a16:creationId xmlns:a16="http://schemas.microsoft.com/office/drawing/2014/main" id="{B5B3EE66-D86C-41D6-BAE8-2DD383CC8D3C}"/>
              </a:ext>
            </a:extLst>
          </p:cNvPr>
          <p:cNvSpPr txBox="1"/>
          <p:nvPr/>
        </p:nvSpPr>
        <p:spPr>
          <a:xfrm>
            <a:off x="9627934" y="1174699"/>
            <a:ext cx="2128033" cy="1815882"/>
          </a:xfrm>
          <a:prstGeom prst="rect">
            <a:avLst/>
          </a:prstGeom>
          <a:noFill/>
        </p:spPr>
        <p:txBody>
          <a:bodyPr wrap="square" rtlCol="0">
            <a:spAutoFit/>
          </a:bodyPr>
          <a:lstStyle/>
          <a:p>
            <a:r>
              <a:rPr lang="en-US" sz="1400" b="1" i="1">
                <a:latin typeface="Roboto" panose="02000000000000000000" pitchFamily="2" charset="0"/>
                <a:ea typeface="Roboto" panose="02000000000000000000" pitchFamily="2" charset="0"/>
                <a:cs typeface="Roboto" panose="02000000000000000000" pitchFamily="2" charset="0"/>
              </a:rPr>
              <a:t>Chart Sample 1 </a:t>
            </a:r>
            <a:r>
              <a:rPr lang="en-US" sz="1400" i="1">
                <a:latin typeface="Roboto" panose="02000000000000000000" pitchFamily="2" charset="0"/>
                <a:ea typeface="Roboto" panose="02000000000000000000" pitchFamily="2" charset="0"/>
                <a:cs typeface="Roboto" panose="02000000000000000000" pitchFamily="2" charset="0"/>
              </a:rPr>
              <a:t>using multiple data points and descriptors below. The chart should not exceed more than 6 data points as this will make the information below less readable. </a:t>
            </a:r>
          </a:p>
        </p:txBody>
      </p:sp>
      <p:sp>
        <p:nvSpPr>
          <p:cNvPr id="10" name="Rectangle 9">
            <a:extLst>
              <a:ext uri="{FF2B5EF4-FFF2-40B4-BE49-F238E27FC236}">
                <a16:creationId xmlns:a16="http://schemas.microsoft.com/office/drawing/2014/main" id="{A9F6F0BC-AF25-4401-80AA-125A5B8D47C5}"/>
              </a:ext>
            </a:extLst>
          </p:cNvPr>
          <p:cNvSpPr/>
          <p:nvPr/>
        </p:nvSpPr>
        <p:spPr>
          <a:xfrm>
            <a:off x="9419167" y="1270687"/>
            <a:ext cx="132867" cy="132867"/>
          </a:xfrm>
          <a:prstGeom prst="rect">
            <a:avLst/>
          </a:prstGeom>
          <a:solidFill>
            <a:srgbClr val="B3A3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300202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95E042A-48F0-47CE-AC4D-46C492F81836}"/>
              </a:ext>
            </a:extLst>
          </p:cNvPr>
          <p:cNvSpPr>
            <a:spLocks noGrp="1"/>
          </p:cNvSpPr>
          <p:nvPr>
            <p:ph type="title"/>
          </p:nvPr>
        </p:nvSpPr>
        <p:spPr/>
        <p:txBody>
          <a:bodyPr/>
          <a:lstStyle/>
          <a:p>
            <a:r>
              <a:rPr lang="en-US"/>
              <a:t>Chart Sample 2</a:t>
            </a:r>
          </a:p>
        </p:txBody>
      </p:sp>
      <p:sp>
        <p:nvSpPr>
          <p:cNvPr id="9" name="TextBox 8">
            <a:extLst>
              <a:ext uri="{FF2B5EF4-FFF2-40B4-BE49-F238E27FC236}">
                <a16:creationId xmlns:a16="http://schemas.microsoft.com/office/drawing/2014/main" id="{B5B3EE66-D86C-41D6-BAE8-2DD383CC8D3C}"/>
              </a:ext>
            </a:extLst>
          </p:cNvPr>
          <p:cNvSpPr txBox="1"/>
          <p:nvPr/>
        </p:nvSpPr>
        <p:spPr>
          <a:xfrm>
            <a:off x="9627934" y="1174699"/>
            <a:ext cx="2128033" cy="1815882"/>
          </a:xfrm>
          <a:prstGeom prst="rect">
            <a:avLst/>
          </a:prstGeom>
          <a:noFill/>
        </p:spPr>
        <p:txBody>
          <a:bodyPr wrap="square" rtlCol="0">
            <a:spAutoFit/>
          </a:bodyPr>
          <a:lstStyle/>
          <a:p>
            <a:r>
              <a:rPr lang="en-US" sz="1400" b="1" i="1">
                <a:latin typeface="Roboto" panose="02000000000000000000" pitchFamily="2" charset="0"/>
                <a:ea typeface="Roboto" panose="02000000000000000000" pitchFamily="2" charset="0"/>
                <a:cs typeface="Roboto" panose="02000000000000000000" pitchFamily="2" charset="0"/>
              </a:rPr>
              <a:t>Chart Sample 2 </a:t>
            </a:r>
            <a:r>
              <a:rPr lang="en-US" sz="1400" i="1">
                <a:latin typeface="Roboto" panose="02000000000000000000" pitchFamily="2" charset="0"/>
                <a:ea typeface="Roboto" panose="02000000000000000000" pitchFamily="2" charset="0"/>
                <a:cs typeface="Roboto" panose="02000000000000000000" pitchFamily="2" charset="0"/>
              </a:rPr>
              <a:t>using multiple data points and descriptors below. The chart should not exceed more than 5 data point as this will make the information below less readable. </a:t>
            </a:r>
          </a:p>
        </p:txBody>
      </p:sp>
      <p:sp>
        <p:nvSpPr>
          <p:cNvPr id="10" name="Rectangle 9">
            <a:extLst>
              <a:ext uri="{FF2B5EF4-FFF2-40B4-BE49-F238E27FC236}">
                <a16:creationId xmlns:a16="http://schemas.microsoft.com/office/drawing/2014/main" id="{A9F6F0BC-AF25-4401-80AA-125A5B8D47C5}"/>
              </a:ext>
            </a:extLst>
          </p:cNvPr>
          <p:cNvSpPr/>
          <p:nvPr/>
        </p:nvSpPr>
        <p:spPr>
          <a:xfrm>
            <a:off x="9419167" y="1270687"/>
            <a:ext cx="132867" cy="132867"/>
          </a:xfrm>
          <a:prstGeom prst="rect">
            <a:avLst/>
          </a:prstGeom>
          <a:solidFill>
            <a:srgbClr val="B3A3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Chart 6">
            <a:extLst>
              <a:ext uri="{FF2B5EF4-FFF2-40B4-BE49-F238E27FC236}">
                <a16:creationId xmlns:a16="http://schemas.microsoft.com/office/drawing/2014/main" id="{551B5E6F-0609-4DED-B8A7-F633BFFEBDE8}"/>
              </a:ext>
            </a:extLst>
          </p:cNvPr>
          <p:cNvGraphicFramePr/>
          <p:nvPr>
            <p:extLst>
              <p:ext uri="{D42A27DB-BD31-4B8C-83A1-F6EECF244321}">
                <p14:modId xmlns:p14="http://schemas.microsoft.com/office/powerpoint/2010/main" val="2191061272"/>
              </p:ext>
            </p:extLst>
          </p:nvPr>
        </p:nvGraphicFramePr>
        <p:xfrm>
          <a:off x="1388533" y="1174699"/>
          <a:ext cx="7717367" cy="514491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9878231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95E042A-48F0-47CE-AC4D-46C492F81836}"/>
              </a:ext>
            </a:extLst>
          </p:cNvPr>
          <p:cNvSpPr>
            <a:spLocks noGrp="1"/>
          </p:cNvSpPr>
          <p:nvPr>
            <p:ph type="title"/>
          </p:nvPr>
        </p:nvSpPr>
        <p:spPr/>
        <p:txBody>
          <a:bodyPr/>
          <a:lstStyle/>
          <a:p>
            <a:r>
              <a:rPr lang="en-US"/>
              <a:t>Additional Chart Layouts</a:t>
            </a:r>
          </a:p>
        </p:txBody>
      </p:sp>
      <p:sp>
        <p:nvSpPr>
          <p:cNvPr id="2" name="Rectangle 1">
            <a:extLst>
              <a:ext uri="{FF2B5EF4-FFF2-40B4-BE49-F238E27FC236}">
                <a16:creationId xmlns:a16="http://schemas.microsoft.com/office/drawing/2014/main" id="{CCDA0DB9-B3DF-4041-801A-649CB64D9172}"/>
              </a:ext>
            </a:extLst>
          </p:cNvPr>
          <p:cNvSpPr/>
          <p:nvPr/>
        </p:nvSpPr>
        <p:spPr>
          <a:xfrm>
            <a:off x="1617092" y="1998078"/>
            <a:ext cx="3553998" cy="4256690"/>
          </a:xfrm>
          <a:prstGeom prst="rect">
            <a:avLst/>
          </a:prstGeom>
          <a:solidFill>
            <a:srgbClr val="D6DB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1B64F068-7C48-415A-BF48-31342BCD8197}"/>
              </a:ext>
            </a:extLst>
          </p:cNvPr>
          <p:cNvSpPr/>
          <p:nvPr/>
        </p:nvSpPr>
        <p:spPr>
          <a:xfrm>
            <a:off x="1617092" y="1501423"/>
            <a:ext cx="3553998" cy="728133"/>
          </a:xfrm>
          <a:prstGeom prst="rect">
            <a:avLst/>
          </a:prstGeom>
          <a:solidFill>
            <a:srgbClr val="B3A3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398D1AF-183B-4EAF-B2A2-2E3ECD8E8512}"/>
              </a:ext>
            </a:extLst>
          </p:cNvPr>
          <p:cNvSpPr txBox="1"/>
          <p:nvPr/>
        </p:nvSpPr>
        <p:spPr>
          <a:xfrm>
            <a:off x="1919111" y="2432756"/>
            <a:ext cx="2918178" cy="369332"/>
          </a:xfrm>
          <a:prstGeom prst="rect">
            <a:avLst/>
          </a:prstGeom>
          <a:noFill/>
        </p:spPr>
        <p:txBody>
          <a:bodyPr wrap="square" rtlCol="0">
            <a:spAutoFit/>
          </a:bodyPr>
          <a:lstStyle/>
          <a:p>
            <a:r>
              <a:rPr lang="en-US" b="0" i="0">
                <a:solidFill>
                  <a:srgbClr val="000000"/>
                </a:solidFill>
                <a:effectLst/>
                <a:latin typeface="Roboto" panose="02000000000000000000" pitchFamily="2" charset="0"/>
                <a:ea typeface="Roboto" panose="02000000000000000000" pitchFamily="2" charset="0"/>
                <a:cs typeface="Roboto" panose="02000000000000000000" pitchFamily="2" charset="0"/>
              </a:rPr>
              <a:t>Content Goes Here</a:t>
            </a:r>
            <a:endParaRPr lang="en-US">
              <a:latin typeface="Roboto" panose="02000000000000000000" pitchFamily="2" charset="0"/>
              <a:ea typeface="Roboto" panose="02000000000000000000" pitchFamily="2" charset="0"/>
              <a:cs typeface="Roboto" panose="02000000000000000000" pitchFamily="2" charset="0"/>
            </a:endParaRPr>
          </a:p>
        </p:txBody>
      </p:sp>
      <p:sp>
        <p:nvSpPr>
          <p:cNvPr id="7" name="TextBox 6">
            <a:extLst>
              <a:ext uri="{FF2B5EF4-FFF2-40B4-BE49-F238E27FC236}">
                <a16:creationId xmlns:a16="http://schemas.microsoft.com/office/drawing/2014/main" id="{116F5445-7A3B-45C1-9C28-D8CE8B022BCF}"/>
              </a:ext>
            </a:extLst>
          </p:cNvPr>
          <p:cNvSpPr txBox="1"/>
          <p:nvPr/>
        </p:nvSpPr>
        <p:spPr>
          <a:xfrm>
            <a:off x="1919111" y="1712138"/>
            <a:ext cx="2918178" cy="400110"/>
          </a:xfrm>
          <a:prstGeom prst="rect">
            <a:avLst/>
          </a:prstGeom>
          <a:noFill/>
        </p:spPr>
        <p:txBody>
          <a:bodyPr wrap="square" rtlCol="0">
            <a:spAutoFit/>
          </a:bodyPr>
          <a:lstStyle/>
          <a:p>
            <a:r>
              <a:rPr lang="en-US" sz="2000" i="0">
                <a:solidFill>
                  <a:srgbClr val="000000"/>
                </a:solidFill>
                <a:effectLst/>
                <a:latin typeface="Roboto Slab" pitchFamily="2" charset="0"/>
                <a:ea typeface="Roboto Slab" pitchFamily="2" charset="0"/>
                <a:cs typeface="Roboto" panose="02000000000000000000" pitchFamily="2" charset="0"/>
              </a:rPr>
              <a:t>Title Goes Here</a:t>
            </a:r>
            <a:endParaRPr lang="en-US" sz="2000">
              <a:latin typeface="Roboto Slab" pitchFamily="2" charset="0"/>
              <a:ea typeface="Roboto Slab" pitchFamily="2" charset="0"/>
              <a:cs typeface="Roboto" panose="02000000000000000000" pitchFamily="2" charset="0"/>
            </a:endParaRPr>
          </a:p>
        </p:txBody>
      </p:sp>
      <p:sp>
        <p:nvSpPr>
          <p:cNvPr id="8" name="Rectangle 7">
            <a:extLst>
              <a:ext uri="{FF2B5EF4-FFF2-40B4-BE49-F238E27FC236}">
                <a16:creationId xmlns:a16="http://schemas.microsoft.com/office/drawing/2014/main" id="{A912796A-B5F2-449C-BD36-97C16F338FCD}"/>
              </a:ext>
            </a:extLst>
          </p:cNvPr>
          <p:cNvSpPr/>
          <p:nvPr/>
        </p:nvSpPr>
        <p:spPr>
          <a:xfrm>
            <a:off x="6536266" y="1958567"/>
            <a:ext cx="1111956" cy="474189"/>
          </a:xfrm>
          <a:prstGeom prst="rect">
            <a:avLst/>
          </a:prstGeom>
          <a:solidFill>
            <a:srgbClr val="D6DB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25E5E73-248B-4BB2-8D9B-73EBFA7A1202}"/>
              </a:ext>
            </a:extLst>
          </p:cNvPr>
          <p:cNvSpPr/>
          <p:nvPr/>
        </p:nvSpPr>
        <p:spPr>
          <a:xfrm>
            <a:off x="6536266" y="1461912"/>
            <a:ext cx="1111956" cy="496655"/>
          </a:xfrm>
          <a:prstGeom prst="rect">
            <a:avLst/>
          </a:prstGeom>
          <a:solidFill>
            <a:srgbClr val="B3A3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43B080-B963-4E7E-AE37-DAEA9735B3E2}"/>
              </a:ext>
            </a:extLst>
          </p:cNvPr>
          <p:cNvSpPr/>
          <p:nvPr/>
        </p:nvSpPr>
        <p:spPr>
          <a:xfrm>
            <a:off x="8091312" y="1960465"/>
            <a:ext cx="1111956" cy="474189"/>
          </a:xfrm>
          <a:prstGeom prst="rect">
            <a:avLst/>
          </a:prstGeom>
          <a:solidFill>
            <a:srgbClr val="D6DB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0864A6C-DE3B-47F9-BDD0-BC28189AF6F4}"/>
              </a:ext>
            </a:extLst>
          </p:cNvPr>
          <p:cNvSpPr/>
          <p:nvPr/>
        </p:nvSpPr>
        <p:spPr>
          <a:xfrm>
            <a:off x="8091312" y="1463810"/>
            <a:ext cx="1111956" cy="496655"/>
          </a:xfrm>
          <a:prstGeom prst="rect">
            <a:avLst/>
          </a:prstGeom>
          <a:solidFill>
            <a:srgbClr val="0030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8354F278-9224-4EDC-995A-D1A89EC4E6F6}"/>
              </a:ext>
            </a:extLst>
          </p:cNvPr>
          <p:cNvSpPr txBox="1"/>
          <p:nvPr/>
        </p:nvSpPr>
        <p:spPr>
          <a:xfrm>
            <a:off x="6745032" y="4423347"/>
            <a:ext cx="4482411" cy="954107"/>
          </a:xfrm>
          <a:prstGeom prst="rect">
            <a:avLst/>
          </a:prstGeom>
          <a:noFill/>
        </p:spPr>
        <p:txBody>
          <a:bodyPr wrap="square" rtlCol="0">
            <a:spAutoFit/>
          </a:bodyPr>
          <a:lstStyle/>
          <a:p>
            <a:r>
              <a:rPr lang="en-US" sz="1400" i="1">
                <a:latin typeface="Roboto" panose="02000000000000000000" pitchFamily="2" charset="0"/>
                <a:ea typeface="Roboto" panose="02000000000000000000" pitchFamily="2" charset="0"/>
                <a:cs typeface="Roboto" panose="02000000000000000000" pitchFamily="2" charset="0"/>
              </a:rPr>
              <a:t>Stacked chart layout should only utilize three color options, Gold, Navy, and </a:t>
            </a:r>
            <a:r>
              <a:rPr lang="en-US" sz="1400" i="1" err="1">
                <a:latin typeface="Roboto" panose="02000000000000000000" pitchFamily="2" charset="0"/>
                <a:ea typeface="Roboto" panose="02000000000000000000" pitchFamily="2" charset="0"/>
                <a:cs typeface="Roboto" panose="02000000000000000000" pitchFamily="2" charset="0"/>
              </a:rPr>
              <a:t>PiMile</a:t>
            </a:r>
            <a:r>
              <a:rPr lang="en-US" sz="1400" i="1">
                <a:latin typeface="Roboto" panose="02000000000000000000" pitchFamily="2" charset="0"/>
                <a:ea typeface="Roboto" panose="02000000000000000000" pitchFamily="2" charset="0"/>
                <a:cs typeface="Roboto" panose="02000000000000000000" pitchFamily="2" charset="0"/>
              </a:rPr>
              <a:t>. Gold and Navy being used for the top title bar, while Pi Mile as the content block.</a:t>
            </a:r>
          </a:p>
        </p:txBody>
      </p:sp>
      <p:sp>
        <p:nvSpPr>
          <p:cNvPr id="17" name="Rectangle 16">
            <a:extLst>
              <a:ext uri="{FF2B5EF4-FFF2-40B4-BE49-F238E27FC236}">
                <a16:creationId xmlns:a16="http://schemas.microsoft.com/office/drawing/2014/main" id="{1BE59D24-0A5A-44A8-A140-88457F1BDF37}"/>
              </a:ext>
            </a:extLst>
          </p:cNvPr>
          <p:cNvSpPr/>
          <p:nvPr/>
        </p:nvSpPr>
        <p:spPr>
          <a:xfrm>
            <a:off x="6536266" y="4519335"/>
            <a:ext cx="132867" cy="132867"/>
          </a:xfrm>
          <a:prstGeom prst="rect">
            <a:avLst/>
          </a:prstGeom>
          <a:solidFill>
            <a:srgbClr val="B3A3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075831C4-FE13-4D6E-8872-60E491571F92}"/>
              </a:ext>
            </a:extLst>
          </p:cNvPr>
          <p:cNvSpPr txBox="1"/>
          <p:nvPr/>
        </p:nvSpPr>
        <p:spPr>
          <a:xfrm>
            <a:off x="6745032" y="5367276"/>
            <a:ext cx="4482411" cy="523220"/>
          </a:xfrm>
          <a:prstGeom prst="rect">
            <a:avLst/>
          </a:prstGeom>
          <a:noFill/>
        </p:spPr>
        <p:txBody>
          <a:bodyPr wrap="square" rtlCol="0">
            <a:spAutoFit/>
          </a:bodyPr>
          <a:lstStyle/>
          <a:p>
            <a:r>
              <a:rPr lang="en-US" sz="1400" i="1">
                <a:latin typeface="Roboto" panose="02000000000000000000" pitchFamily="2" charset="0"/>
                <a:ea typeface="Roboto" panose="02000000000000000000" pitchFamily="2" charset="0"/>
                <a:cs typeface="Roboto" panose="02000000000000000000" pitchFamily="2" charset="0"/>
              </a:rPr>
              <a:t>Text size for Title should be 2pts larger than the content below it. </a:t>
            </a:r>
          </a:p>
        </p:txBody>
      </p:sp>
      <p:sp>
        <p:nvSpPr>
          <p:cNvPr id="19" name="Rectangle 18">
            <a:extLst>
              <a:ext uri="{FF2B5EF4-FFF2-40B4-BE49-F238E27FC236}">
                <a16:creationId xmlns:a16="http://schemas.microsoft.com/office/drawing/2014/main" id="{B001A2F4-9BC2-4FC3-BFD5-6666625B35C5}"/>
              </a:ext>
            </a:extLst>
          </p:cNvPr>
          <p:cNvSpPr/>
          <p:nvPr/>
        </p:nvSpPr>
        <p:spPr>
          <a:xfrm>
            <a:off x="6536266" y="5463264"/>
            <a:ext cx="132867" cy="132867"/>
          </a:xfrm>
          <a:prstGeom prst="rect">
            <a:avLst/>
          </a:prstGeom>
          <a:solidFill>
            <a:srgbClr val="B3A3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48C12926-EFAB-4B4A-9D0A-567AF5E341F3}"/>
              </a:ext>
            </a:extLst>
          </p:cNvPr>
          <p:cNvSpPr txBox="1"/>
          <p:nvPr/>
        </p:nvSpPr>
        <p:spPr>
          <a:xfrm>
            <a:off x="6536266" y="1982190"/>
            <a:ext cx="1111956" cy="369332"/>
          </a:xfrm>
          <a:prstGeom prst="rect">
            <a:avLst/>
          </a:prstGeom>
          <a:noFill/>
        </p:spPr>
        <p:txBody>
          <a:bodyPr wrap="square" rtlCol="0">
            <a:spAutoFit/>
          </a:bodyPr>
          <a:lstStyle/>
          <a:p>
            <a:r>
              <a:rPr lang="en-US" b="0" i="0">
                <a:solidFill>
                  <a:srgbClr val="000000"/>
                </a:solidFill>
                <a:effectLst/>
                <a:latin typeface="Roboto" panose="02000000000000000000" pitchFamily="2" charset="0"/>
                <a:ea typeface="Roboto" panose="02000000000000000000" pitchFamily="2" charset="0"/>
                <a:cs typeface="Roboto" panose="02000000000000000000" pitchFamily="2" charset="0"/>
              </a:rPr>
              <a:t>Content</a:t>
            </a:r>
            <a:endParaRPr lang="en-US">
              <a:latin typeface="Roboto" panose="02000000000000000000" pitchFamily="2" charset="0"/>
              <a:ea typeface="Roboto" panose="02000000000000000000" pitchFamily="2" charset="0"/>
              <a:cs typeface="Roboto" panose="02000000000000000000" pitchFamily="2" charset="0"/>
            </a:endParaRPr>
          </a:p>
        </p:txBody>
      </p:sp>
      <p:sp>
        <p:nvSpPr>
          <p:cNvPr id="21" name="TextBox 20">
            <a:extLst>
              <a:ext uri="{FF2B5EF4-FFF2-40B4-BE49-F238E27FC236}">
                <a16:creationId xmlns:a16="http://schemas.microsoft.com/office/drawing/2014/main" id="{FABB7681-E269-41D0-B5AA-5C63388A02E9}"/>
              </a:ext>
            </a:extLst>
          </p:cNvPr>
          <p:cNvSpPr txBox="1"/>
          <p:nvPr/>
        </p:nvSpPr>
        <p:spPr>
          <a:xfrm>
            <a:off x="6536266" y="1535706"/>
            <a:ext cx="1111956" cy="400110"/>
          </a:xfrm>
          <a:prstGeom prst="rect">
            <a:avLst/>
          </a:prstGeom>
          <a:noFill/>
        </p:spPr>
        <p:txBody>
          <a:bodyPr wrap="square" rtlCol="0">
            <a:spAutoFit/>
          </a:bodyPr>
          <a:lstStyle/>
          <a:p>
            <a:r>
              <a:rPr lang="en-US" sz="2000" i="0">
                <a:solidFill>
                  <a:srgbClr val="000000"/>
                </a:solidFill>
                <a:effectLst/>
                <a:latin typeface="Roboto Slab" pitchFamily="2" charset="0"/>
                <a:ea typeface="Roboto Slab" pitchFamily="2" charset="0"/>
                <a:cs typeface="Roboto" panose="02000000000000000000" pitchFamily="2" charset="0"/>
              </a:rPr>
              <a:t>Title</a:t>
            </a:r>
            <a:endParaRPr lang="en-US" sz="2000">
              <a:latin typeface="Roboto Slab" pitchFamily="2" charset="0"/>
              <a:ea typeface="Roboto Slab" pitchFamily="2" charset="0"/>
              <a:cs typeface="Roboto" panose="02000000000000000000" pitchFamily="2" charset="0"/>
            </a:endParaRPr>
          </a:p>
        </p:txBody>
      </p:sp>
      <p:sp>
        <p:nvSpPr>
          <p:cNvPr id="22" name="TextBox 21">
            <a:extLst>
              <a:ext uri="{FF2B5EF4-FFF2-40B4-BE49-F238E27FC236}">
                <a16:creationId xmlns:a16="http://schemas.microsoft.com/office/drawing/2014/main" id="{E46B1FD0-3E4A-4A89-BDB1-648772E746C2}"/>
              </a:ext>
            </a:extLst>
          </p:cNvPr>
          <p:cNvSpPr txBox="1"/>
          <p:nvPr/>
        </p:nvSpPr>
        <p:spPr>
          <a:xfrm>
            <a:off x="8108244" y="1982190"/>
            <a:ext cx="1111956" cy="369332"/>
          </a:xfrm>
          <a:prstGeom prst="rect">
            <a:avLst/>
          </a:prstGeom>
          <a:noFill/>
        </p:spPr>
        <p:txBody>
          <a:bodyPr wrap="square" rtlCol="0">
            <a:spAutoFit/>
          </a:bodyPr>
          <a:lstStyle/>
          <a:p>
            <a:r>
              <a:rPr lang="en-US" b="0" i="0">
                <a:solidFill>
                  <a:srgbClr val="000000"/>
                </a:solidFill>
                <a:effectLst/>
                <a:latin typeface="Roboto" panose="02000000000000000000" pitchFamily="2" charset="0"/>
                <a:ea typeface="Roboto" panose="02000000000000000000" pitchFamily="2" charset="0"/>
                <a:cs typeface="Roboto" panose="02000000000000000000" pitchFamily="2" charset="0"/>
              </a:rPr>
              <a:t>Content</a:t>
            </a:r>
            <a:endParaRPr lang="en-US">
              <a:latin typeface="Roboto" panose="02000000000000000000" pitchFamily="2" charset="0"/>
              <a:ea typeface="Roboto" panose="02000000000000000000" pitchFamily="2" charset="0"/>
              <a:cs typeface="Roboto" panose="02000000000000000000" pitchFamily="2" charset="0"/>
            </a:endParaRPr>
          </a:p>
        </p:txBody>
      </p:sp>
      <p:sp>
        <p:nvSpPr>
          <p:cNvPr id="23" name="TextBox 22">
            <a:extLst>
              <a:ext uri="{FF2B5EF4-FFF2-40B4-BE49-F238E27FC236}">
                <a16:creationId xmlns:a16="http://schemas.microsoft.com/office/drawing/2014/main" id="{1A961790-E445-4203-864B-BDB34A5C8C44}"/>
              </a:ext>
            </a:extLst>
          </p:cNvPr>
          <p:cNvSpPr txBox="1"/>
          <p:nvPr/>
        </p:nvSpPr>
        <p:spPr>
          <a:xfrm>
            <a:off x="8108244" y="1535706"/>
            <a:ext cx="1111956" cy="400110"/>
          </a:xfrm>
          <a:prstGeom prst="rect">
            <a:avLst/>
          </a:prstGeom>
          <a:noFill/>
        </p:spPr>
        <p:txBody>
          <a:bodyPr wrap="square" rtlCol="0">
            <a:spAutoFit/>
          </a:bodyPr>
          <a:lstStyle/>
          <a:p>
            <a:r>
              <a:rPr lang="en-US" sz="2000" i="0">
                <a:solidFill>
                  <a:schemeClr val="bg1"/>
                </a:solidFill>
                <a:effectLst/>
                <a:latin typeface="Roboto Slab" pitchFamily="2" charset="0"/>
                <a:ea typeface="Roboto Slab" pitchFamily="2" charset="0"/>
                <a:cs typeface="Roboto" panose="02000000000000000000" pitchFamily="2" charset="0"/>
              </a:rPr>
              <a:t>Title</a:t>
            </a:r>
            <a:endParaRPr lang="en-US" sz="2000">
              <a:solidFill>
                <a:schemeClr val="bg1"/>
              </a:solidFill>
              <a:latin typeface="Roboto Slab" pitchFamily="2" charset="0"/>
              <a:ea typeface="Roboto Slab" pitchFamily="2" charset="0"/>
              <a:cs typeface="Roboto" panose="02000000000000000000" pitchFamily="2" charset="0"/>
            </a:endParaRPr>
          </a:p>
        </p:txBody>
      </p:sp>
      <p:sp>
        <p:nvSpPr>
          <p:cNvPr id="24" name="Rectangle 23">
            <a:extLst>
              <a:ext uri="{FF2B5EF4-FFF2-40B4-BE49-F238E27FC236}">
                <a16:creationId xmlns:a16="http://schemas.microsoft.com/office/drawing/2014/main" id="{98E93F57-37FB-4F32-B2E7-02ABF91A7587}"/>
              </a:ext>
            </a:extLst>
          </p:cNvPr>
          <p:cNvSpPr/>
          <p:nvPr/>
        </p:nvSpPr>
        <p:spPr>
          <a:xfrm>
            <a:off x="6536266" y="3429798"/>
            <a:ext cx="1111956" cy="474189"/>
          </a:xfrm>
          <a:prstGeom prst="rect">
            <a:avLst/>
          </a:prstGeom>
          <a:solidFill>
            <a:srgbClr val="D6DB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0803149F-2056-40E7-BDB7-D246F8ACAF7C}"/>
              </a:ext>
            </a:extLst>
          </p:cNvPr>
          <p:cNvSpPr/>
          <p:nvPr/>
        </p:nvSpPr>
        <p:spPr>
          <a:xfrm>
            <a:off x="6536266" y="2933143"/>
            <a:ext cx="1111956" cy="496655"/>
          </a:xfrm>
          <a:prstGeom prst="rect">
            <a:avLst/>
          </a:prstGeom>
          <a:solidFill>
            <a:srgbClr val="B3A3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4A6048F-275C-4044-903F-AF1206E0F1A7}"/>
              </a:ext>
            </a:extLst>
          </p:cNvPr>
          <p:cNvSpPr/>
          <p:nvPr/>
        </p:nvSpPr>
        <p:spPr>
          <a:xfrm>
            <a:off x="8091312" y="3431696"/>
            <a:ext cx="1111956" cy="474189"/>
          </a:xfrm>
          <a:prstGeom prst="rect">
            <a:avLst/>
          </a:prstGeom>
          <a:solidFill>
            <a:srgbClr val="D6DB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54240D36-B7A7-4C21-A6F2-0E45D1F65D4D}"/>
              </a:ext>
            </a:extLst>
          </p:cNvPr>
          <p:cNvSpPr/>
          <p:nvPr/>
        </p:nvSpPr>
        <p:spPr>
          <a:xfrm>
            <a:off x="8091312" y="2935041"/>
            <a:ext cx="1111956" cy="496655"/>
          </a:xfrm>
          <a:prstGeom prst="rect">
            <a:avLst/>
          </a:prstGeom>
          <a:solidFill>
            <a:srgbClr val="0030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A5D45A00-5A17-4EAA-A3C2-AA1EA95AD30B}"/>
              </a:ext>
            </a:extLst>
          </p:cNvPr>
          <p:cNvSpPr txBox="1"/>
          <p:nvPr/>
        </p:nvSpPr>
        <p:spPr>
          <a:xfrm>
            <a:off x="6536266" y="3453421"/>
            <a:ext cx="1111956" cy="369332"/>
          </a:xfrm>
          <a:prstGeom prst="rect">
            <a:avLst/>
          </a:prstGeom>
          <a:noFill/>
        </p:spPr>
        <p:txBody>
          <a:bodyPr wrap="square" rtlCol="0">
            <a:spAutoFit/>
          </a:bodyPr>
          <a:lstStyle/>
          <a:p>
            <a:r>
              <a:rPr lang="en-US" b="0" i="0">
                <a:solidFill>
                  <a:srgbClr val="000000"/>
                </a:solidFill>
                <a:effectLst/>
                <a:latin typeface="Roboto" panose="02000000000000000000" pitchFamily="2" charset="0"/>
                <a:ea typeface="Roboto" panose="02000000000000000000" pitchFamily="2" charset="0"/>
                <a:cs typeface="Roboto" panose="02000000000000000000" pitchFamily="2" charset="0"/>
              </a:rPr>
              <a:t>Content</a:t>
            </a:r>
            <a:endParaRPr lang="en-US">
              <a:latin typeface="Roboto" panose="02000000000000000000" pitchFamily="2" charset="0"/>
              <a:ea typeface="Roboto" panose="02000000000000000000" pitchFamily="2" charset="0"/>
              <a:cs typeface="Roboto" panose="02000000000000000000" pitchFamily="2" charset="0"/>
            </a:endParaRPr>
          </a:p>
        </p:txBody>
      </p:sp>
      <p:sp>
        <p:nvSpPr>
          <p:cNvPr id="29" name="TextBox 28">
            <a:extLst>
              <a:ext uri="{FF2B5EF4-FFF2-40B4-BE49-F238E27FC236}">
                <a16:creationId xmlns:a16="http://schemas.microsoft.com/office/drawing/2014/main" id="{BDD34FD5-6BB8-4018-98F8-CBF60BA864E2}"/>
              </a:ext>
            </a:extLst>
          </p:cNvPr>
          <p:cNvSpPr txBox="1"/>
          <p:nvPr/>
        </p:nvSpPr>
        <p:spPr>
          <a:xfrm>
            <a:off x="6536266" y="3006937"/>
            <a:ext cx="1111956" cy="400110"/>
          </a:xfrm>
          <a:prstGeom prst="rect">
            <a:avLst/>
          </a:prstGeom>
          <a:noFill/>
        </p:spPr>
        <p:txBody>
          <a:bodyPr wrap="square" rtlCol="0">
            <a:spAutoFit/>
          </a:bodyPr>
          <a:lstStyle/>
          <a:p>
            <a:r>
              <a:rPr lang="en-US" sz="2000" i="0">
                <a:solidFill>
                  <a:srgbClr val="000000"/>
                </a:solidFill>
                <a:effectLst/>
                <a:latin typeface="Roboto Slab" pitchFamily="2" charset="0"/>
                <a:ea typeface="Roboto Slab" pitchFamily="2" charset="0"/>
                <a:cs typeface="Roboto" panose="02000000000000000000" pitchFamily="2" charset="0"/>
              </a:rPr>
              <a:t>Title</a:t>
            </a:r>
            <a:endParaRPr lang="en-US" sz="2000">
              <a:latin typeface="Roboto Slab" pitchFamily="2" charset="0"/>
              <a:ea typeface="Roboto Slab" pitchFamily="2" charset="0"/>
              <a:cs typeface="Roboto" panose="02000000000000000000" pitchFamily="2" charset="0"/>
            </a:endParaRPr>
          </a:p>
        </p:txBody>
      </p:sp>
      <p:sp>
        <p:nvSpPr>
          <p:cNvPr id="30" name="TextBox 29">
            <a:extLst>
              <a:ext uri="{FF2B5EF4-FFF2-40B4-BE49-F238E27FC236}">
                <a16:creationId xmlns:a16="http://schemas.microsoft.com/office/drawing/2014/main" id="{181479D9-A592-44D4-8DAC-BFDD51E2D029}"/>
              </a:ext>
            </a:extLst>
          </p:cNvPr>
          <p:cNvSpPr txBox="1"/>
          <p:nvPr/>
        </p:nvSpPr>
        <p:spPr>
          <a:xfrm>
            <a:off x="8108244" y="3453421"/>
            <a:ext cx="1111956" cy="369332"/>
          </a:xfrm>
          <a:prstGeom prst="rect">
            <a:avLst/>
          </a:prstGeom>
          <a:noFill/>
        </p:spPr>
        <p:txBody>
          <a:bodyPr wrap="square" rtlCol="0">
            <a:spAutoFit/>
          </a:bodyPr>
          <a:lstStyle/>
          <a:p>
            <a:r>
              <a:rPr lang="en-US" b="0" i="0">
                <a:solidFill>
                  <a:srgbClr val="000000"/>
                </a:solidFill>
                <a:effectLst/>
                <a:latin typeface="Roboto" panose="02000000000000000000" pitchFamily="2" charset="0"/>
                <a:ea typeface="Roboto" panose="02000000000000000000" pitchFamily="2" charset="0"/>
                <a:cs typeface="Roboto" panose="02000000000000000000" pitchFamily="2" charset="0"/>
              </a:rPr>
              <a:t>Content</a:t>
            </a:r>
            <a:endParaRPr lang="en-US">
              <a:latin typeface="Roboto" panose="02000000000000000000" pitchFamily="2" charset="0"/>
              <a:ea typeface="Roboto" panose="02000000000000000000" pitchFamily="2" charset="0"/>
              <a:cs typeface="Roboto" panose="02000000000000000000" pitchFamily="2" charset="0"/>
            </a:endParaRPr>
          </a:p>
        </p:txBody>
      </p:sp>
      <p:sp>
        <p:nvSpPr>
          <p:cNvPr id="31" name="TextBox 30">
            <a:extLst>
              <a:ext uri="{FF2B5EF4-FFF2-40B4-BE49-F238E27FC236}">
                <a16:creationId xmlns:a16="http://schemas.microsoft.com/office/drawing/2014/main" id="{1D6E6CB5-4537-457B-B2D5-9A8804250D26}"/>
              </a:ext>
            </a:extLst>
          </p:cNvPr>
          <p:cNvSpPr txBox="1"/>
          <p:nvPr/>
        </p:nvSpPr>
        <p:spPr>
          <a:xfrm>
            <a:off x="8108244" y="3006937"/>
            <a:ext cx="1111956" cy="400110"/>
          </a:xfrm>
          <a:prstGeom prst="rect">
            <a:avLst/>
          </a:prstGeom>
          <a:noFill/>
        </p:spPr>
        <p:txBody>
          <a:bodyPr wrap="square" rtlCol="0">
            <a:spAutoFit/>
          </a:bodyPr>
          <a:lstStyle/>
          <a:p>
            <a:r>
              <a:rPr lang="en-US" sz="2000" i="0">
                <a:solidFill>
                  <a:schemeClr val="bg1"/>
                </a:solidFill>
                <a:effectLst/>
                <a:latin typeface="Roboto Slab" pitchFamily="2" charset="0"/>
                <a:ea typeface="Roboto Slab" pitchFamily="2" charset="0"/>
                <a:cs typeface="Roboto" panose="02000000000000000000" pitchFamily="2" charset="0"/>
              </a:rPr>
              <a:t>Title</a:t>
            </a:r>
            <a:endParaRPr lang="en-US" sz="2000">
              <a:solidFill>
                <a:schemeClr val="bg1"/>
              </a:solidFill>
              <a:latin typeface="Roboto Slab" pitchFamily="2" charset="0"/>
              <a:ea typeface="Roboto Slab" pitchFamily="2" charset="0"/>
              <a:cs typeface="Roboto" panose="02000000000000000000" pitchFamily="2" charset="0"/>
            </a:endParaRPr>
          </a:p>
        </p:txBody>
      </p:sp>
      <p:sp>
        <p:nvSpPr>
          <p:cNvPr id="33" name="TextBox 32">
            <a:extLst>
              <a:ext uri="{FF2B5EF4-FFF2-40B4-BE49-F238E27FC236}">
                <a16:creationId xmlns:a16="http://schemas.microsoft.com/office/drawing/2014/main" id="{91BDAC9C-3908-4E3F-A74F-CFF41C71909B}"/>
              </a:ext>
            </a:extLst>
          </p:cNvPr>
          <p:cNvSpPr txBox="1"/>
          <p:nvPr/>
        </p:nvSpPr>
        <p:spPr>
          <a:xfrm>
            <a:off x="9843835" y="3086721"/>
            <a:ext cx="1879680" cy="738664"/>
          </a:xfrm>
          <a:prstGeom prst="rect">
            <a:avLst/>
          </a:prstGeom>
          <a:noFill/>
        </p:spPr>
        <p:txBody>
          <a:bodyPr wrap="square" rtlCol="0">
            <a:spAutoFit/>
          </a:bodyPr>
          <a:lstStyle/>
          <a:p>
            <a:r>
              <a:rPr lang="en-US" sz="1400" i="1">
                <a:latin typeface="Roboto" panose="02000000000000000000" pitchFamily="2" charset="0"/>
                <a:ea typeface="Roboto" panose="02000000000000000000" pitchFamily="2" charset="0"/>
                <a:cs typeface="Roboto" panose="02000000000000000000" pitchFamily="2" charset="0"/>
              </a:rPr>
              <a:t>Linking charts based on context with the use of a dashed line.</a:t>
            </a:r>
          </a:p>
        </p:txBody>
      </p:sp>
      <p:sp>
        <p:nvSpPr>
          <p:cNvPr id="34" name="Rectangle 33">
            <a:extLst>
              <a:ext uri="{FF2B5EF4-FFF2-40B4-BE49-F238E27FC236}">
                <a16:creationId xmlns:a16="http://schemas.microsoft.com/office/drawing/2014/main" id="{588C6CCB-2E14-48A4-89B9-FA95B3C539D6}"/>
              </a:ext>
            </a:extLst>
          </p:cNvPr>
          <p:cNvSpPr/>
          <p:nvPr/>
        </p:nvSpPr>
        <p:spPr>
          <a:xfrm>
            <a:off x="9635069" y="3182728"/>
            <a:ext cx="132867" cy="132867"/>
          </a:xfrm>
          <a:prstGeom prst="rect">
            <a:avLst/>
          </a:prstGeom>
          <a:solidFill>
            <a:srgbClr val="B3A3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13AF78C-674E-47B6-98DB-4C8082D36A7E}"/>
              </a:ext>
            </a:extLst>
          </p:cNvPr>
          <p:cNvSpPr/>
          <p:nvPr/>
        </p:nvSpPr>
        <p:spPr>
          <a:xfrm>
            <a:off x="6327422" y="2737557"/>
            <a:ext cx="5483578" cy="1399908"/>
          </a:xfrm>
          <a:prstGeom prst="rect">
            <a:avLst/>
          </a:prstGeom>
          <a:noFill/>
          <a:ln>
            <a:solidFill>
              <a:srgbClr val="B3A3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AE436E30-71CE-7343-4227-896216A860EA}"/>
              </a:ext>
            </a:extLst>
          </p:cNvPr>
          <p:cNvCxnSpPr/>
          <p:nvPr/>
        </p:nvCxnSpPr>
        <p:spPr>
          <a:xfrm>
            <a:off x="7648222" y="3429000"/>
            <a:ext cx="443090" cy="0"/>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67663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95E042A-48F0-47CE-AC4D-46C492F81836}"/>
              </a:ext>
            </a:extLst>
          </p:cNvPr>
          <p:cNvSpPr>
            <a:spLocks noGrp="1"/>
          </p:cNvSpPr>
          <p:nvPr>
            <p:ph type="title"/>
          </p:nvPr>
        </p:nvSpPr>
        <p:spPr/>
        <p:txBody>
          <a:bodyPr>
            <a:normAutofit/>
          </a:bodyPr>
          <a:lstStyle/>
          <a:p>
            <a:r>
              <a:rPr lang="en-US"/>
              <a:t>Additional Chart Layouts Examples</a:t>
            </a:r>
          </a:p>
        </p:txBody>
      </p:sp>
      <p:sp>
        <p:nvSpPr>
          <p:cNvPr id="2" name="Rectangle 1">
            <a:extLst>
              <a:ext uri="{FF2B5EF4-FFF2-40B4-BE49-F238E27FC236}">
                <a16:creationId xmlns:a16="http://schemas.microsoft.com/office/drawing/2014/main" id="{CCDA0DB9-B3DF-4041-801A-649CB64D9172}"/>
              </a:ext>
            </a:extLst>
          </p:cNvPr>
          <p:cNvSpPr/>
          <p:nvPr/>
        </p:nvSpPr>
        <p:spPr>
          <a:xfrm>
            <a:off x="1617091" y="2274220"/>
            <a:ext cx="2695690" cy="3228678"/>
          </a:xfrm>
          <a:prstGeom prst="rect">
            <a:avLst/>
          </a:prstGeom>
          <a:solidFill>
            <a:srgbClr val="D6DB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1B64F068-7C48-415A-BF48-31342BCD8197}"/>
              </a:ext>
            </a:extLst>
          </p:cNvPr>
          <p:cNvSpPr/>
          <p:nvPr/>
        </p:nvSpPr>
        <p:spPr>
          <a:xfrm>
            <a:off x="1617091" y="1777565"/>
            <a:ext cx="2695689" cy="552285"/>
          </a:xfrm>
          <a:prstGeom prst="rect">
            <a:avLst/>
          </a:prstGeom>
          <a:solidFill>
            <a:srgbClr val="B3A3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398D1AF-183B-4EAF-B2A2-2E3ECD8E8512}"/>
              </a:ext>
            </a:extLst>
          </p:cNvPr>
          <p:cNvSpPr txBox="1"/>
          <p:nvPr/>
        </p:nvSpPr>
        <p:spPr>
          <a:xfrm>
            <a:off x="1845738" y="2474035"/>
            <a:ext cx="2299049" cy="2462213"/>
          </a:xfrm>
          <a:prstGeom prst="rect">
            <a:avLst/>
          </a:prstGeom>
          <a:noFill/>
        </p:spPr>
        <p:txBody>
          <a:bodyPr wrap="square" rtlCol="0">
            <a:spAutoFit/>
          </a:bodyPr>
          <a:lstStyle/>
          <a:p>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Phasellus</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hendrerit</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facilisis</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nisi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eget</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consequat</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Donec vitae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nunc</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risus</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In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eu</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augue</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aliquam</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imperdiet</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est</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et,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accumsan</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ante. Integer et vestibulum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quam</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nec</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varius</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urna</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Pellentesque</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in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ornare</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massa</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Proin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lobortis</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leo</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non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lectus</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aliquam</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venenatis</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a:t>
            </a:r>
            <a:endParaRPr lang="en-US" sz="1400">
              <a:latin typeface="Roboto" panose="02000000000000000000" pitchFamily="2" charset="0"/>
              <a:ea typeface="Roboto" panose="02000000000000000000" pitchFamily="2" charset="0"/>
              <a:cs typeface="Roboto" panose="02000000000000000000" pitchFamily="2" charset="0"/>
            </a:endParaRPr>
          </a:p>
        </p:txBody>
      </p:sp>
      <p:sp>
        <p:nvSpPr>
          <p:cNvPr id="7" name="TextBox 6">
            <a:extLst>
              <a:ext uri="{FF2B5EF4-FFF2-40B4-BE49-F238E27FC236}">
                <a16:creationId xmlns:a16="http://schemas.microsoft.com/office/drawing/2014/main" id="{116F5445-7A3B-45C1-9C28-D8CE8B022BCF}"/>
              </a:ext>
            </a:extLst>
          </p:cNvPr>
          <p:cNvSpPr txBox="1"/>
          <p:nvPr/>
        </p:nvSpPr>
        <p:spPr>
          <a:xfrm>
            <a:off x="1845738" y="1891399"/>
            <a:ext cx="2167467" cy="369332"/>
          </a:xfrm>
          <a:prstGeom prst="rect">
            <a:avLst/>
          </a:prstGeom>
          <a:noFill/>
        </p:spPr>
        <p:txBody>
          <a:bodyPr wrap="square" rtlCol="0">
            <a:spAutoFit/>
          </a:bodyPr>
          <a:lstStyle/>
          <a:p>
            <a:r>
              <a:rPr lang="en-US" b="1" i="0">
                <a:solidFill>
                  <a:srgbClr val="000000"/>
                </a:solidFill>
                <a:effectLst/>
                <a:latin typeface="Roboto Slab" pitchFamily="2" charset="0"/>
                <a:ea typeface="Roboto Slab" pitchFamily="2" charset="0"/>
              </a:rPr>
              <a:t>Title Goes Here</a:t>
            </a:r>
            <a:endParaRPr lang="en-US" b="1">
              <a:latin typeface="Roboto Slab" pitchFamily="2" charset="0"/>
              <a:ea typeface="Roboto Slab" pitchFamily="2" charset="0"/>
            </a:endParaRPr>
          </a:p>
        </p:txBody>
      </p:sp>
      <p:sp>
        <p:nvSpPr>
          <p:cNvPr id="24" name="Rectangle 23">
            <a:extLst>
              <a:ext uri="{FF2B5EF4-FFF2-40B4-BE49-F238E27FC236}">
                <a16:creationId xmlns:a16="http://schemas.microsoft.com/office/drawing/2014/main" id="{300CCEF7-03AD-4771-8312-6A29AA3FE55E}"/>
              </a:ext>
            </a:extLst>
          </p:cNvPr>
          <p:cNvSpPr/>
          <p:nvPr/>
        </p:nvSpPr>
        <p:spPr>
          <a:xfrm>
            <a:off x="4579354" y="2274220"/>
            <a:ext cx="2695690" cy="3228678"/>
          </a:xfrm>
          <a:prstGeom prst="rect">
            <a:avLst/>
          </a:prstGeom>
          <a:solidFill>
            <a:srgbClr val="D6DB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82B2895A-F2C1-41AF-8289-8B6D75094A26}"/>
              </a:ext>
            </a:extLst>
          </p:cNvPr>
          <p:cNvSpPr/>
          <p:nvPr/>
        </p:nvSpPr>
        <p:spPr>
          <a:xfrm>
            <a:off x="4579354" y="1777565"/>
            <a:ext cx="2695689" cy="55228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7C42B63E-90FB-4F41-96DB-A8EA4E621C17}"/>
              </a:ext>
            </a:extLst>
          </p:cNvPr>
          <p:cNvSpPr txBox="1"/>
          <p:nvPr/>
        </p:nvSpPr>
        <p:spPr>
          <a:xfrm>
            <a:off x="4763038" y="2474035"/>
            <a:ext cx="2299049" cy="2462213"/>
          </a:xfrm>
          <a:prstGeom prst="rect">
            <a:avLst/>
          </a:prstGeom>
          <a:noFill/>
        </p:spPr>
        <p:txBody>
          <a:bodyPr wrap="square" rtlCol="0">
            <a:spAutoFit/>
          </a:bodyPr>
          <a:lstStyle/>
          <a:p>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Phasellus</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hendrerit</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facilisis</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nisi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eget</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consequat</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Donec vitae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nunc</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risus</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In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eu</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augue</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aliquam</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imperdiet</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est</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et,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accumsan</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ante. Integer et vestibulum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quam</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nec</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varius</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urna</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Pellentesque</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in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ornare</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massa</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Proin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lobortis</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leo</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non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lectus</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aliquam</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venenatis</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a:t>
            </a:r>
            <a:endParaRPr lang="en-US" sz="1400">
              <a:latin typeface="Roboto" panose="02000000000000000000" pitchFamily="2" charset="0"/>
              <a:ea typeface="Roboto" panose="02000000000000000000" pitchFamily="2" charset="0"/>
              <a:cs typeface="Roboto" panose="02000000000000000000" pitchFamily="2" charset="0"/>
            </a:endParaRPr>
          </a:p>
        </p:txBody>
      </p:sp>
      <p:sp>
        <p:nvSpPr>
          <p:cNvPr id="31" name="Rectangle 30">
            <a:extLst>
              <a:ext uri="{FF2B5EF4-FFF2-40B4-BE49-F238E27FC236}">
                <a16:creationId xmlns:a16="http://schemas.microsoft.com/office/drawing/2014/main" id="{1C90E278-EBC6-4ECC-9F00-698D37018B02}"/>
              </a:ext>
            </a:extLst>
          </p:cNvPr>
          <p:cNvSpPr/>
          <p:nvPr/>
        </p:nvSpPr>
        <p:spPr>
          <a:xfrm>
            <a:off x="7541616" y="2264311"/>
            <a:ext cx="2695690" cy="3228678"/>
          </a:xfrm>
          <a:prstGeom prst="rect">
            <a:avLst/>
          </a:prstGeom>
          <a:solidFill>
            <a:srgbClr val="D6DB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FA6254BB-D654-4A3B-A599-0ACE67F2A3E1}"/>
              </a:ext>
            </a:extLst>
          </p:cNvPr>
          <p:cNvSpPr/>
          <p:nvPr/>
        </p:nvSpPr>
        <p:spPr>
          <a:xfrm>
            <a:off x="7541616" y="1776804"/>
            <a:ext cx="2695689" cy="55228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217E11D1-CA5D-4D05-AECD-DA01C98E77C9}"/>
              </a:ext>
            </a:extLst>
          </p:cNvPr>
          <p:cNvSpPr txBox="1"/>
          <p:nvPr/>
        </p:nvSpPr>
        <p:spPr>
          <a:xfrm>
            <a:off x="7725300" y="2464126"/>
            <a:ext cx="2299049" cy="2462213"/>
          </a:xfrm>
          <a:prstGeom prst="rect">
            <a:avLst/>
          </a:prstGeom>
          <a:noFill/>
        </p:spPr>
        <p:txBody>
          <a:bodyPr wrap="square" rtlCol="0">
            <a:spAutoFit/>
          </a:bodyPr>
          <a:lstStyle/>
          <a:p>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Phasellus</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hendrerit</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facilisis</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nisi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eget</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consequat</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Donec vitae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nunc</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risus</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In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eu</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augue</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aliquam</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imperdiet</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est</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et,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accumsan</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ante. Integer et vestibulum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quam</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nec</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varius</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urna</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Pellentesque</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in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ornare</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massa</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Proin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lobortis</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leo</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non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lectus</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aliquam</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venenatis</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a:t>
            </a:r>
            <a:endParaRPr lang="en-US" sz="1400">
              <a:latin typeface="Roboto" panose="02000000000000000000" pitchFamily="2" charset="0"/>
              <a:ea typeface="Roboto" panose="02000000000000000000" pitchFamily="2" charset="0"/>
              <a:cs typeface="Roboto" panose="02000000000000000000" pitchFamily="2" charset="0"/>
            </a:endParaRPr>
          </a:p>
        </p:txBody>
      </p:sp>
      <p:sp>
        <p:nvSpPr>
          <p:cNvPr id="34" name="TextBox 33">
            <a:extLst>
              <a:ext uri="{FF2B5EF4-FFF2-40B4-BE49-F238E27FC236}">
                <a16:creationId xmlns:a16="http://schemas.microsoft.com/office/drawing/2014/main" id="{3BF7A9FD-CF9A-4875-8942-7D78DAE5ED69}"/>
              </a:ext>
            </a:extLst>
          </p:cNvPr>
          <p:cNvSpPr txBox="1"/>
          <p:nvPr/>
        </p:nvSpPr>
        <p:spPr>
          <a:xfrm>
            <a:off x="4763038" y="1902686"/>
            <a:ext cx="2167467" cy="369332"/>
          </a:xfrm>
          <a:prstGeom prst="rect">
            <a:avLst/>
          </a:prstGeom>
          <a:noFill/>
        </p:spPr>
        <p:txBody>
          <a:bodyPr wrap="square" rtlCol="0">
            <a:spAutoFit/>
          </a:bodyPr>
          <a:lstStyle/>
          <a:p>
            <a:r>
              <a:rPr lang="en-US" b="1" i="0">
                <a:solidFill>
                  <a:schemeClr val="bg1"/>
                </a:solidFill>
                <a:effectLst/>
                <a:latin typeface="Roboto Slab" pitchFamily="2" charset="0"/>
                <a:ea typeface="Roboto Slab" pitchFamily="2" charset="0"/>
              </a:rPr>
              <a:t>Title Goes Here</a:t>
            </a:r>
            <a:endParaRPr lang="en-US" b="1">
              <a:solidFill>
                <a:schemeClr val="bg1"/>
              </a:solidFill>
              <a:latin typeface="Roboto Slab" pitchFamily="2" charset="0"/>
              <a:ea typeface="Roboto Slab" pitchFamily="2" charset="0"/>
            </a:endParaRPr>
          </a:p>
        </p:txBody>
      </p:sp>
      <p:sp>
        <p:nvSpPr>
          <p:cNvPr id="29" name="TextBox 28">
            <a:extLst>
              <a:ext uri="{FF2B5EF4-FFF2-40B4-BE49-F238E27FC236}">
                <a16:creationId xmlns:a16="http://schemas.microsoft.com/office/drawing/2014/main" id="{9439B987-20D9-4D52-807C-7E432CC787F3}"/>
              </a:ext>
            </a:extLst>
          </p:cNvPr>
          <p:cNvSpPr txBox="1"/>
          <p:nvPr/>
        </p:nvSpPr>
        <p:spPr>
          <a:xfrm>
            <a:off x="7725300" y="1887986"/>
            <a:ext cx="2167467" cy="369332"/>
          </a:xfrm>
          <a:prstGeom prst="rect">
            <a:avLst/>
          </a:prstGeom>
          <a:noFill/>
        </p:spPr>
        <p:txBody>
          <a:bodyPr wrap="square" rtlCol="0">
            <a:spAutoFit/>
          </a:bodyPr>
          <a:lstStyle/>
          <a:p>
            <a:r>
              <a:rPr lang="en-US" b="1" i="0">
                <a:effectLst/>
                <a:latin typeface="Roboto Slab" pitchFamily="2" charset="0"/>
                <a:ea typeface="Roboto Slab" pitchFamily="2" charset="0"/>
              </a:rPr>
              <a:t>Title Goes Here</a:t>
            </a:r>
            <a:endParaRPr lang="en-US" b="1">
              <a:latin typeface="Roboto Slab" pitchFamily="2" charset="0"/>
              <a:ea typeface="Roboto Slab" pitchFamily="2" charset="0"/>
            </a:endParaRPr>
          </a:p>
        </p:txBody>
      </p:sp>
    </p:spTree>
    <p:extLst>
      <p:ext uri="{BB962C8B-B14F-4D97-AF65-F5344CB8AC3E}">
        <p14:creationId xmlns:p14="http://schemas.microsoft.com/office/powerpoint/2010/main" val="18610355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0B020-5D57-E899-3945-762B24E6BCDF}"/>
              </a:ext>
            </a:extLst>
          </p:cNvPr>
          <p:cNvSpPr>
            <a:spLocks noGrp="1"/>
          </p:cNvSpPr>
          <p:nvPr>
            <p:ph type="title"/>
          </p:nvPr>
        </p:nvSpPr>
        <p:spPr>
          <a:xfrm>
            <a:off x="1642654" y="1948985"/>
            <a:ext cx="8906692" cy="2960028"/>
          </a:xfrm>
        </p:spPr>
        <p:txBody>
          <a:bodyPr/>
          <a:lstStyle/>
          <a:p>
            <a:pPr algn="ctr"/>
            <a:r>
              <a:rPr lang="en-US"/>
              <a:t>Icons</a:t>
            </a:r>
          </a:p>
        </p:txBody>
      </p:sp>
    </p:spTree>
    <p:extLst>
      <p:ext uri="{BB962C8B-B14F-4D97-AF65-F5344CB8AC3E}">
        <p14:creationId xmlns:p14="http://schemas.microsoft.com/office/powerpoint/2010/main" val="10948121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95E042A-48F0-47CE-AC4D-46C492F81836}"/>
              </a:ext>
            </a:extLst>
          </p:cNvPr>
          <p:cNvSpPr>
            <a:spLocks noGrp="1"/>
          </p:cNvSpPr>
          <p:nvPr>
            <p:ph type="title"/>
          </p:nvPr>
        </p:nvSpPr>
        <p:spPr/>
        <p:txBody>
          <a:bodyPr/>
          <a:lstStyle/>
          <a:p>
            <a:r>
              <a:rPr lang="en-US"/>
              <a:t>Icons</a:t>
            </a:r>
          </a:p>
        </p:txBody>
      </p:sp>
      <p:pic>
        <p:nvPicPr>
          <p:cNvPr id="4" name="Graphic 3" descr="Artificial Intelligence with solid fill">
            <a:extLst>
              <a:ext uri="{FF2B5EF4-FFF2-40B4-BE49-F238E27FC236}">
                <a16:creationId xmlns:a16="http://schemas.microsoft.com/office/drawing/2014/main" id="{ABC7AF9A-661C-4982-97D7-297CEEEDC62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646231" y="1709817"/>
            <a:ext cx="914400" cy="914400"/>
          </a:xfrm>
          <a:prstGeom prst="rect">
            <a:avLst/>
          </a:prstGeom>
        </p:spPr>
      </p:pic>
      <p:pic>
        <p:nvPicPr>
          <p:cNvPr id="7" name="Graphic 6" descr="Bar chart with solid fill">
            <a:extLst>
              <a:ext uri="{FF2B5EF4-FFF2-40B4-BE49-F238E27FC236}">
                <a16:creationId xmlns:a16="http://schemas.microsoft.com/office/drawing/2014/main" id="{A3472B61-49FA-469D-9FC8-1B4248CEC2C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81469" y="1709817"/>
            <a:ext cx="914400" cy="914400"/>
          </a:xfrm>
          <a:prstGeom prst="rect">
            <a:avLst/>
          </a:prstGeom>
        </p:spPr>
      </p:pic>
      <p:pic>
        <p:nvPicPr>
          <p:cNvPr id="9" name="Graphic 8" descr="Chemicals with solid fill">
            <a:extLst>
              <a:ext uri="{FF2B5EF4-FFF2-40B4-BE49-F238E27FC236}">
                <a16:creationId xmlns:a16="http://schemas.microsoft.com/office/drawing/2014/main" id="{C75AB318-B604-4655-9759-76EA54E4094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07687" y="1709817"/>
            <a:ext cx="914400" cy="914400"/>
          </a:xfrm>
          <a:prstGeom prst="rect">
            <a:avLst/>
          </a:prstGeom>
        </p:spPr>
      </p:pic>
      <p:pic>
        <p:nvPicPr>
          <p:cNvPr id="11" name="Graphic 10" descr="Chemicals with solid fill">
            <a:extLst>
              <a:ext uri="{FF2B5EF4-FFF2-40B4-BE49-F238E27FC236}">
                <a16:creationId xmlns:a16="http://schemas.microsoft.com/office/drawing/2014/main" id="{C0ADBBDC-92B9-4747-BD41-4CE3B59770B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13850" y="1709817"/>
            <a:ext cx="914400" cy="914400"/>
          </a:xfrm>
          <a:prstGeom prst="rect">
            <a:avLst/>
          </a:prstGeom>
        </p:spPr>
      </p:pic>
      <p:pic>
        <p:nvPicPr>
          <p:cNvPr id="13" name="Graphic 12" descr="Clipboard Checked with solid fill">
            <a:extLst>
              <a:ext uri="{FF2B5EF4-FFF2-40B4-BE49-F238E27FC236}">
                <a16:creationId xmlns:a16="http://schemas.microsoft.com/office/drawing/2014/main" id="{8FD69892-2EBC-4086-9846-D9EFAAC14AC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744578" y="1709817"/>
            <a:ext cx="914400" cy="914400"/>
          </a:xfrm>
          <a:prstGeom prst="rect">
            <a:avLst/>
          </a:prstGeom>
        </p:spPr>
      </p:pic>
      <p:pic>
        <p:nvPicPr>
          <p:cNvPr id="15" name="Graphic 14" descr="Connected with solid fill">
            <a:extLst>
              <a:ext uri="{FF2B5EF4-FFF2-40B4-BE49-F238E27FC236}">
                <a16:creationId xmlns:a16="http://schemas.microsoft.com/office/drawing/2014/main" id="{F180D81E-B7C5-43EA-8365-17314C12707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754711" y="1709817"/>
            <a:ext cx="914400" cy="914400"/>
          </a:xfrm>
          <a:prstGeom prst="rect">
            <a:avLst/>
          </a:prstGeom>
        </p:spPr>
      </p:pic>
      <p:sp>
        <p:nvSpPr>
          <p:cNvPr id="16" name="TextBox 15">
            <a:extLst>
              <a:ext uri="{FF2B5EF4-FFF2-40B4-BE49-F238E27FC236}">
                <a16:creationId xmlns:a16="http://schemas.microsoft.com/office/drawing/2014/main" id="{0A6FD022-5F8F-4225-A74F-6A9555349367}"/>
              </a:ext>
            </a:extLst>
          </p:cNvPr>
          <p:cNvSpPr txBox="1"/>
          <p:nvPr/>
        </p:nvSpPr>
        <p:spPr>
          <a:xfrm>
            <a:off x="3606315" y="3285618"/>
            <a:ext cx="5109635" cy="1169551"/>
          </a:xfrm>
          <a:prstGeom prst="rect">
            <a:avLst/>
          </a:prstGeom>
          <a:noFill/>
        </p:spPr>
        <p:txBody>
          <a:bodyPr wrap="square" rtlCol="0">
            <a:spAutoFit/>
          </a:bodyPr>
          <a:lstStyle/>
          <a:p>
            <a:r>
              <a:rPr lang="en-US" sz="1400" i="1">
                <a:latin typeface="DIN 2014" panose="020B0504020202020204" pitchFamily="34" charset="0"/>
                <a:ea typeface="DIN 2014" panose="020B0504020202020204" pitchFamily="34" charset="0"/>
              </a:rPr>
              <a:t>Icons should only be used as a visual representation of an action or idea. Icons can be located under </a:t>
            </a:r>
            <a:r>
              <a:rPr lang="en-US" sz="1400" b="1" i="1" u="sng">
                <a:latin typeface="DIN 2014 Bold" panose="020B0504020202020204" pitchFamily="34" charset="0"/>
                <a:ea typeface="DIN 2014 Bold" panose="020B0504020202020204" pitchFamily="34" charset="0"/>
              </a:rPr>
              <a:t>Insert</a:t>
            </a:r>
            <a:r>
              <a:rPr lang="en-US" sz="1400" b="1" i="1">
                <a:latin typeface="DIN 2014 Bold" panose="020B0504020202020204" pitchFamily="34" charset="0"/>
                <a:ea typeface="DIN 2014 Bold" panose="020B0504020202020204" pitchFamily="34" charset="0"/>
              </a:rPr>
              <a:t> </a:t>
            </a:r>
            <a:r>
              <a:rPr lang="en-US" sz="1400" i="1">
                <a:latin typeface="DIN 2014" panose="020B0504020202020204" pitchFamily="34" charset="0"/>
                <a:ea typeface="DIN 2014" panose="020B0504020202020204" pitchFamily="34" charset="0"/>
              </a:rPr>
              <a:t>in PPT. There you will find a variety of icons to choose from. Color options for icons can vary based on use but staying within Georgia Tech’s brand should be key. </a:t>
            </a:r>
          </a:p>
        </p:txBody>
      </p:sp>
    </p:spTree>
    <p:extLst>
      <p:ext uri="{BB962C8B-B14F-4D97-AF65-F5344CB8AC3E}">
        <p14:creationId xmlns:p14="http://schemas.microsoft.com/office/powerpoint/2010/main" val="18278815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95E042A-48F0-47CE-AC4D-46C492F81836}"/>
              </a:ext>
            </a:extLst>
          </p:cNvPr>
          <p:cNvSpPr>
            <a:spLocks noGrp="1"/>
          </p:cNvSpPr>
          <p:nvPr>
            <p:ph type="title"/>
          </p:nvPr>
        </p:nvSpPr>
        <p:spPr/>
        <p:txBody>
          <a:bodyPr>
            <a:normAutofit/>
          </a:bodyPr>
          <a:lstStyle/>
          <a:p>
            <a:r>
              <a:rPr lang="en-US"/>
              <a:t>Icon Use Examples </a:t>
            </a:r>
          </a:p>
        </p:txBody>
      </p:sp>
      <p:sp>
        <p:nvSpPr>
          <p:cNvPr id="3" name="TextBox 2">
            <a:extLst>
              <a:ext uri="{FF2B5EF4-FFF2-40B4-BE49-F238E27FC236}">
                <a16:creationId xmlns:a16="http://schemas.microsoft.com/office/drawing/2014/main" id="{E398D1AF-183B-4EAF-B2A2-2E3ECD8E8512}"/>
              </a:ext>
            </a:extLst>
          </p:cNvPr>
          <p:cNvSpPr txBox="1"/>
          <p:nvPr/>
        </p:nvSpPr>
        <p:spPr>
          <a:xfrm>
            <a:off x="2418693" y="2361959"/>
            <a:ext cx="3270907" cy="954107"/>
          </a:xfrm>
          <a:prstGeom prst="rect">
            <a:avLst/>
          </a:prstGeom>
          <a:noFill/>
        </p:spPr>
        <p:txBody>
          <a:bodyPr wrap="square" rtlCol="0">
            <a:spAutoFit/>
          </a:bodyPr>
          <a:lstStyle/>
          <a:p>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Phasellus</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hendrerit</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facilisis</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nisi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eget</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consequat</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Donec vitae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nunc</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risus</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In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eu</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augue</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aliquam</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imperdiet</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est</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et,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accumsan</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ante.</a:t>
            </a:r>
            <a:endParaRPr lang="en-US" sz="1400">
              <a:latin typeface="Roboto" panose="02000000000000000000" pitchFamily="2" charset="0"/>
              <a:ea typeface="Roboto" panose="02000000000000000000" pitchFamily="2" charset="0"/>
              <a:cs typeface="Roboto" panose="02000000000000000000" pitchFamily="2" charset="0"/>
            </a:endParaRPr>
          </a:p>
        </p:txBody>
      </p:sp>
      <p:sp>
        <p:nvSpPr>
          <p:cNvPr id="7" name="TextBox 6">
            <a:extLst>
              <a:ext uri="{FF2B5EF4-FFF2-40B4-BE49-F238E27FC236}">
                <a16:creationId xmlns:a16="http://schemas.microsoft.com/office/drawing/2014/main" id="{116F5445-7A3B-45C1-9C28-D8CE8B022BCF}"/>
              </a:ext>
            </a:extLst>
          </p:cNvPr>
          <p:cNvSpPr txBox="1"/>
          <p:nvPr/>
        </p:nvSpPr>
        <p:spPr>
          <a:xfrm>
            <a:off x="1501427" y="1672079"/>
            <a:ext cx="4018840" cy="461665"/>
          </a:xfrm>
          <a:prstGeom prst="rect">
            <a:avLst/>
          </a:prstGeom>
          <a:noFill/>
        </p:spPr>
        <p:txBody>
          <a:bodyPr wrap="square" rtlCol="0">
            <a:spAutoFit/>
          </a:bodyPr>
          <a:lstStyle/>
          <a:p>
            <a:r>
              <a:rPr lang="en-US" sz="2400" i="0">
                <a:solidFill>
                  <a:srgbClr val="000000"/>
                </a:solidFill>
                <a:effectLst/>
                <a:latin typeface="Roboto Slab" pitchFamily="2" charset="0"/>
                <a:ea typeface="Roboto Slab" pitchFamily="2" charset="0"/>
              </a:rPr>
              <a:t>Title Goes Here</a:t>
            </a:r>
            <a:endParaRPr lang="en-US" sz="2400">
              <a:latin typeface="Roboto Slab" pitchFamily="2" charset="0"/>
              <a:ea typeface="Roboto Slab" pitchFamily="2" charset="0"/>
            </a:endParaRPr>
          </a:p>
        </p:txBody>
      </p:sp>
      <p:sp>
        <p:nvSpPr>
          <p:cNvPr id="22" name="TextBox 21">
            <a:extLst>
              <a:ext uri="{FF2B5EF4-FFF2-40B4-BE49-F238E27FC236}">
                <a16:creationId xmlns:a16="http://schemas.microsoft.com/office/drawing/2014/main" id="{A09CF91C-62C3-4C28-888D-EFF10EE348D0}"/>
              </a:ext>
            </a:extLst>
          </p:cNvPr>
          <p:cNvSpPr txBox="1"/>
          <p:nvPr/>
        </p:nvSpPr>
        <p:spPr>
          <a:xfrm>
            <a:off x="6502404" y="1891399"/>
            <a:ext cx="2167467" cy="369332"/>
          </a:xfrm>
          <a:prstGeom prst="rect">
            <a:avLst/>
          </a:prstGeom>
          <a:noFill/>
        </p:spPr>
        <p:txBody>
          <a:bodyPr wrap="square" rtlCol="0">
            <a:spAutoFit/>
          </a:bodyPr>
          <a:lstStyle/>
          <a:p>
            <a:r>
              <a:rPr lang="en-US" b="1" i="0">
                <a:solidFill>
                  <a:schemeClr val="bg1"/>
                </a:solidFill>
                <a:effectLst/>
                <a:latin typeface="Open Sans" panose="020B0606030504020204" pitchFamily="34" charset="0"/>
              </a:rPr>
              <a:t>Title Goes Here</a:t>
            </a:r>
            <a:endParaRPr lang="en-US" b="1">
              <a:solidFill>
                <a:schemeClr val="bg1"/>
              </a:solidFill>
            </a:endParaRPr>
          </a:p>
        </p:txBody>
      </p:sp>
      <p:pic>
        <p:nvPicPr>
          <p:cNvPr id="24" name="Graphic 23" descr="Bar chart with solid fill">
            <a:extLst>
              <a:ext uri="{FF2B5EF4-FFF2-40B4-BE49-F238E27FC236}">
                <a16:creationId xmlns:a16="http://schemas.microsoft.com/office/drawing/2014/main" id="{BB88E6E2-5809-4DAC-8E15-469E814AF34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217328" y="2337567"/>
            <a:ext cx="719695" cy="719695"/>
          </a:xfrm>
          <a:prstGeom prst="rect">
            <a:avLst/>
          </a:prstGeom>
        </p:spPr>
      </p:pic>
      <p:pic>
        <p:nvPicPr>
          <p:cNvPr id="25" name="Graphic 24" descr="Chemicals with solid fill">
            <a:extLst>
              <a:ext uri="{FF2B5EF4-FFF2-40B4-BE49-F238E27FC236}">
                <a16:creationId xmlns:a16="http://schemas.microsoft.com/office/drawing/2014/main" id="{FBA18BA7-200F-46B3-B28A-CCABC2E4883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74993" y="3564280"/>
            <a:ext cx="719695" cy="719695"/>
          </a:xfrm>
          <a:prstGeom prst="rect">
            <a:avLst/>
          </a:prstGeom>
        </p:spPr>
      </p:pic>
      <p:pic>
        <p:nvPicPr>
          <p:cNvPr id="27" name="Graphic 26" descr="Chemicals with solid fill">
            <a:extLst>
              <a:ext uri="{FF2B5EF4-FFF2-40B4-BE49-F238E27FC236}">
                <a16:creationId xmlns:a16="http://schemas.microsoft.com/office/drawing/2014/main" id="{60C9ED4D-FA0E-441D-98B3-F9A96BA7D10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74993" y="2370670"/>
            <a:ext cx="719696" cy="719696"/>
          </a:xfrm>
          <a:prstGeom prst="rect">
            <a:avLst/>
          </a:prstGeom>
        </p:spPr>
      </p:pic>
      <p:pic>
        <p:nvPicPr>
          <p:cNvPr id="28" name="Graphic 27" descr="Clipboard Checked with solid fill">
            <a:extLst>
              <a:ext uri="{FF2B5EF4-FFF2-40B4-BE49-F238E27FC236}">
                <a16:creationId xmlns:a16="http://schemas.microsoft.com/office/drawing/2014/main" id="{ABFE28D8-80FE-4BCE-91CA-0B057F1C0DA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17329" y="3514367"/>
            <a:ext cx="719694" cy="719694"/>
          </a:xfrm>
          <a:prstGeom prst="rect">
            <a:avLst/>
          </a:prstGeom>
        </p:spPr>
      </p:pic>
      <p:sp>
        <p:nvSpPr>
          <p:cNvPr id="29" name="TextBox 28">
            <a:extLst>
              <a:ext uri="{FF2B5EF4-FFF2-40B4-BE49-F238E27FC236}">
                <a16:creationId xmlns:a16="http://schemas.microsoft.com/office/drawing/2014/main" id="{8C0A599E-B0EC-4892-971A-EF01C2577645}"/>
              </a:ext>
            </a:extLst>
          </p:cNvPr>
          <p:cNvSpPr txBox="1"/>
          <p:nvPr/>
        </p:nvSpPr>
        <p:spPr>
          <a:xfrm>
            <a:off x="2418693" y="3552992"/>
            <a:ext cx="3270907" cy="954107"/>
          </a:xfrm>
          <a:prstGeom prst="rect">
            <a:avLst/>
          </a:prstGeom>
          <a:noFill/>
        </p:spPr>
        <p:txBody>
          <a:bodyPr wrap="square" rtlCol="0">
            <a:spAutoFit/>
          </a:bodyPr>
          <a:lstStyle/>
          <a:p>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Phasellus</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hendrerit</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facilisis</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nisi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eget</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consequat</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Donec vitae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nunc</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risus</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In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eu</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augue</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aliquam</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imperdiet</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est</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et,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accumsan</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ante.</a:t>
            </a:r>
            <a:endParaRPr lang="en-US" sz="1400">
              <a:latin typeface="Roboto" panose="02000000000000000000" pitchFamily="2" charset="0"/>
              <a:ea typeface="Roboto" panose="02000000000000000000" pitchFamily="2" charset="0"/>
              <a:cs typeface="Roboto" panose="02000000000000000000" pitchFamily="2" charset="0"/>
            </a:endParaRPr>
          </a:p>
        </p:txBody>
      </p:sp>
      <p:sp>
        <p:nvSpPr>
          <p:cNvPr id="31" name="TextBox 30">
            <a:extLst>
              <a:ext uri="{FF2B5EF4-FFF2-40B4-BE49-F238E27FC236}">
                <a16:creationId xmlns:a16="http://schemas.microsoft.com/office/drawing/2014/main" id="{44905DB4-ED7B-4B1E-A64E-B4CE9889E868}"/>
              </a:ext>
            </a:extLst>
          </p:cNvPr>
          <p:cNvSpPr txBox="1"/>
          <p:nvPr/>
        </p:nvSpPr>
        <p:spPr>
          <a:xfrm>
            <a:off x="6985048" y="2337567"/>
            <a:ext cx="3270907" cy="954107"/>
          </a:xfrm>
          <a:prstGeom prst="rect">
            <a:avLst/>
          </a:prstGeom>
          <a:noFill/>
        </p:spPr>
        <p:txBody>
          <a:bodyPr wrap="square" rtlCol="0">
            <a:spAutoFit/>
          </a:bodyPr>
          <a:lstStyle/>
          <a:p>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Phasellus</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hendrerit</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facilisis</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nisi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eget</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consequat</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Donec vitae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nunc</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risus</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In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eu</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augue</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aliquam</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imperdiet</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est</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et,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accumsan</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ante.</a:t>
            </a:r>
            <a:endParaRPr lang="en-US" sz="1400">
              <a:latin typeface="Roboto" panose="02000000000000000000" pitchFamily="2" charset="0"/>
              <a:ea typeface="Roboto" panose="02000000000000000000" pitchFamily="2" charset="0"/>
              <a:cs typeface="Roboto" panose="02000000000000000000" pitchFamily="2" charset="0"/>
            </a:endParaRPr>
          </a:p>
        </p:txBody>
      </p:sp>
      <p:sp>
        <p:nvSpPr>
          <p:cNvPr id="33" name="TextBox 32">
            <a:extLst>
              <a:ext uri="{FF2B5EF4-FFF2-40B4-BE49-F238E27FC236}">
                <a16:creationId xmlns:a16="http://schemas.microsoft.com/office/drawing/2014/main" id="{1D56AA56-8591-4E6D-A0F5-DC7B5936E687}"/>
              </a:ext>
            </a:extLst>
          </p:cNvPr>
          <p:cNvSpPr txBox="1"/>
          <p:nvPr/>
        </p:nvSpPr>
        <p:spPr>
          <a:xfrm>
            <a:off x="6985048" y="3514367"/>
            <a:ext cx="3270907" cy="954107"/>
          </a:xfrm>
          <a:prstGeom prst="rect">
            <a:avLst/>
          </a:prstGeom>
          <a:noFill/>
        </p:spPr>
        <p:txBody>
          <a:bodyPr wrap="square" rtlCol="0">
            <a:spAutoFit/>
          </a:bodyPr>
          <a:lstStyle/>
          <a:p>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Phasellus</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hendrerit</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facilisis</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nisi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eget</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consequat</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Donec vitae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nunc</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risus</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In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eu</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augue</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aliquam</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imperdiet</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est</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et, </a:t>
            </a:r>
            <a:r>
              <a:rPr lang="en-US" sz="1400" b="0" i="0" err="1">
                <a:solidFill>
                  <a:srgbClr val="000000"/>
                </a:solidFill>
                <a:effectLst/>
                <a:latin typeface="Roboto" panose="02000000000000000000" pitchFamily="2" charset="0"/>
                <a:ea typeface="Roboto" panose="02000000000000000000" pitchFamily="2" charset="0"/>
                <a:cs typeface="Roboto" panose="02000000000000000000" pitchFamily="2" charset="0"/>
              </a:rPr>
              <a:t>accumsan</a:t>
            </a:r>
            <a:r>
              <a:rPr lang="en-US" sz="1400" b="0" i="0">
                <a:solidFill>
                  <a:srgbClr val="000000"/>
                </a:solidFill>
                <a:effectLst/>
                <a:latin typeface="Roboto" panose="02000000000000000000" pitchFamily="2" charset="0"/>
                <a:ea typeface="Roboto" panose="02000000000000000000" pitchFamily="2" charset="0"/>
                <a:cs typeface="Roboto" panose="02000000000000000000" pitchFamily="2" charset="0"/>
              </a:rPr>
              <a:t> ante.</a:t>
            </a:r>
            <a:endParaRPr lang="en-US" sz="140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6492576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3B86D15-F767-04EA-6B75-7E3D3D3BDC20}"/>
              </a:ext>
            </a:extLst>
          </p:cNvPr>
          <p:cNvSpPr>
            <a:spLocks noGrp="1"/>
          </p:cNvSpPr>
          <p:nvPr>
            <p:ph idx="1"/>
          </p:nvPr>
        </p:nvSpPr>
        <p:spPr>
          <a:xfrm>
            <a:off x="381000" y="1215485"/>
            <a:ext cx="11429999" cy="4225650"/>
          </a:xfrm>
        </p:spPr>
        <p:txBody>
          <a:bodyPr>
            <a:normAutofit/>
          </a:bodyPr>
          <a:lstStyle/>
          <a:p>
            <a:pPr marL="0" marR="0" indent="0">
              <a:spcBef>
                <a:spcPts val="0"/>
              </a:spcBef>
              <a:spcAft>
                <a:spcPts val="0"/>
              </a:spcAft>
              <a:buNone/>
            </a:pPr>
            <a:r>
              <a:rPr lang="en-US" sz="1600" b="1">
                <a:effectLst/>
                <a:latin typeface="Calibri" panose="020F0502020204030204" pitchFamily="34" charset="0"/>
              </a:rPr>
              <a:t>Instructions for Adding Voice to Individual Slides in PowerPoint and Exporting the Final Slideshow with Audio</a:t>
            </a:r>
            <a:endParaRPr lang="en-US" sz="1600">
              <a:effectLst/>
              <a:latin typeface="Calibri" panose="020F0502020204030204" pitchFamily="34" charset="0"/>
            </a:endParaRPr>
          </a:p>
          <a:p>
            <a:pPr marL="0" marR="0" indent="0">
              <a:spcBef>
                <a:spcPts val="0"/>
              </a:spcBef>
              <a:spcAft>
                <a:spcPts val="0"/>
              </a:spcAft>
              <a:buNone/>
            </a:pPr>
            <a:endParaRPr lang="en-US" sz="1600">
              <a:effectLst/>
              <a:latin typeface="Calibri" panose="020F0502020204030204" pitchFamily="34" charset="0"/>
            </a:endParaRPr>
          </a:p>
          <a:p>
            <a:pPr marL="0" marR="0" indent="0">
              <a:spcBef>
                <a:spcPts val="0"/>
              </a:spcBef>
              <a:spcAft>
                <a:spcPts val="0"/>
              </a:spcAft>
              <a:buNone/>
            </a:pPr>
            <a:r>
              <a:rPr lang="en-US" sz="1100">
                <a:effectLst/>
                <a:latin typeface="Calibri" panose="020F0502020204030204" pitchFamily="34" charset="0"/>
              </a:rPr>
              <a:t>Adding voice narration to your PowerPoint slides can make your presentations more engaging and informative. Here’s a summary and link to a step-by-step guide to recording audio for each slide and exporting the presentation with audio.</a:t>
            </a:r>
          </a:p>
          <a:p>
            <a:pPr marL="0" marR="0" indent="0">
              <a:spcBef>
                <a:spcPts val="0"/>
              </a:spcBef>
              <a:spcAft>
                <a:spcPts val="0"/>
              </a:spcAft>
              <a:buNone/>
            </a:pPr>
            <a:r>
              <a:rPr lang="en-US" sz="1200">
                <a:effectLst/>
                <a:latin typeface="Calibri" panose="020F0502020204030204" pitchFamily="34" charset="0"/>
              </a:rPr>
              <a:t> </a:t>
            </a:r>
          </a:p>
          <a:p>
            <a:pPr marL="0" marR="0" indent="0">
              <a:spcBef>
                <a:spcPts val="0"/>
              </a:spcBef>
              <a:spcAft>
                <a:spcPts val="0"/>
              </a:spcAft>
              <a:buNone/>
            </a:pPr>
            <a:r>
              <a:rPr lang="en-US" sz="1600" b="1">
                <a:effectLst/>
                <a:latin typeface="Calibri" panose="020F0502020204030204" pitchFamily="34" charset="0"/>
              </a:rPr>
              <a:t>Summary:</a:t>
            </a:r>
            <a:endParaRPr lang="en-US" sz="1600">
              <a:effectLst/>
              <a:latin typeface="Calibri" panose="020F0502020204030204" pitchFamily="34" charset="0"/>
            </a:endParaRPr>
          </a:p>
          <a:p>
            <a:pPr rtl="0" fontAlgn="ctr">
              <a:spcBef>
                <a:spcPts val="0"/>
              </a:spcBef>
              <a:spcAft>
                <a:spcPts val="0"/>
              </a:spcAft>
              <a:buFont typeface="+mj-lt"/>
              <a:buAutoNum type="arabicPeriod"/>
            </a:pPr>
            <a:r>
              <a:rPr lang="en-US" sz="1100" i="0">
                <a:effectLst/>
                <a:latin typeface="Calibri" panose="020F0502020204030204" pitchFamily="34" charset="0"/>
              </a:rPr>
              <a:t>Open PowerPoint and prepare your presentation.</a:t>
            </a:r>
          </a:p>
          <a:p>
            <a:pPr rtl="0" fontAlgn="ctr">
              <a:spcBef>
                <a:spcPts val="0"/>
              </a:spcBef>
              <a:spcAft>
                <a:spcPts val="0"/>
              </a:spcAft>
              <a:buFont typeface="+mj-lt"/>
              <a:buAutoNum type="arabicPeriod"/>
            </a:pPr>
            <a:r>
              <a:rPr lang="en-US" sz="1100" i="0">
                <a:effectLst/>
                <a:latin typeface="Calibri" panose="020F0502020204030204" pitchFamily="34" charset="0"/>
              </a:rPr>
              <a:t>Record narration for each slide via the Slide Show tab.</a:t>
            </a:r>
          </a:p>
          <a:p>
            <a:pPr rtl="0" fontAlgn="ctr">
              <a:spcBef>
                <a:spcPts val="0"/>
              </a:spcBef>
              <a:spcAft>
                <a:spcPts val="0"/>
              </a:spcAft>
              <a:buFont typeface="+mj-lt"/>
              <a:buAutoNum type="arabicPeriod"/>
            </a:pPr>
            <a:r>
              <a:rPr lang="en-US" sz="1100" i="0">
                <a:effectLst/>
                <a:latin typeface="Calibri" panose="020F0502020204030204" pitchFamily="34" charset="0"/>
              </a:rPr>
              <a:t>Adjust audio settings if needed.</a:t>
            </a:r>
          </a:p>
          <a:p>
            <a:pPr rtl="0" fontAlgn="ctr">
              <a:spcBef>
                <a:spcPts val="0"/>
              </a:spcBef>
              <a:spcAft>
                <a:spcPts val="0"/>
              </a:spcAft>
              <a:buFont typeface="+mj-lt"/>
              <a:buAutoNum type="arabicPeriod"/>
            </a:pPr>
            <a:r>
              <a:rPr lang="en-US" sz="1100" i="0">
                <a:effectLst/>
                <a:latin typeface="Calibri" panose="020F0502020204030204" pitchFamily="34" charset="0"/>
              </a:rPr>
              <a:t>Export the presentation as a video with audio included.</a:t>
            </a:r>
          </a:p>
          <a:p>
            <a:pPr marL="0" marR="0" indent="0">
              <a:spcBef>
                <a:spcPts val="0"/>
              </a:spcBef>
              <a:spcAft>
                <a:spcPts val="0"/>
              </a:spcAft>
              <a:buNone/>
            </a:pPr>
            <a:endParaRPr lang="en-US" sz="1600">
              <a:effectLst/>
              <a:latin typeface="Calibri" panose="020F0502020204030204" pitchFamily="34" charset="0"/>
            </a:endParaRPr>
          </a:p>
          <a:p>
            <a:pPr marL="0" marR="0" indent="0">
              <a:spcBef>
                <a:spcPts val="0"/>
              </a:spcBef>
              <a:spcAft>
                <a:spcPts val="0"/>
              </a:spcAft>
              <a:buNone/>
            </a:pPr>
            <a:r>
              <a:rPr lang="en-US" sz="1600" b="1">
                <a:effectLst/>
                <a:latin typeface="Calibri" panose="020F0502020204030204" pitchFamily="34" charset="0"/>
              </a:rPr>
              <a:t>Additional Tips:</a:t>
            </a:r>
            <a:endParaRPr lang="en-US" sz="1600">
              <a:effectLst/>
              <a:latin typeface="Calibri" panose="020F0502020204030204" pitchFamily="34" charset="0"/>
            </a:endParaRPr>
          </a:p>
          <a:p>
            <a:pPr rtl="0" fontAlgn="ctr">
              <a:spcBef>
                <a:spcPts val="0"/>
              </a:spcBef>
              <a:spcAft>
                <a:spcPts val="0"/>
              </a:spcAft>
              <a:buFont typeface="Arial" panose="020B0604020202020204" pitchFamily="34" charset="0"/>
              <a:buChar char="•"/>
            </a:pPr>
            <a:r>
              <a:rPr lang="en-US" sz="1100">
                <a:effectLst/>
                <a:latin typeface="Calibri" panose="020F0502020204030204" pitchFamily="34" charset="0"/>
              </a:rPr>
              <a:t>Practice your narration before recording to ensure smooth delivery.</a:t>
            </a:r>
          </a:p>
          <a:p>
            <a:pPr rtl="0" fontAlgn="ctr">
              <a:spcBef>
                <a:spcPts val="0"/>
              </a:spcBef>
              <a:spcAft>
                <a:spcPts val="0"/>
              </a:spcAft>
              <a:buFont typeface="Arial" panose="020B0604020202020204" pitchFamily="34" charset="0"/>
              <a:buChar char="•"/>
            </a:pPr>
            <a:r>
              <a:rPr lang="en-US" sz="1100">
                <a:effectLst/>
                <a:latin typeface="Calibri" panose="020F0502020204030204" pitchFamily="34" charset="0"/>
              </a:rPr>
              <a:t>Use a quiet environment to minimize background noise.</a:t>
            </a:r>
          </a:p>
          <a:p>
            <a:pPr rtl="0" fontAlgn="ctr">
              <a:spcBef>
                <a:spcPts val="0"/>
              </a:spcBef>
              <a:spcAft>
                <a:spcPts val="0"/>
              </a:spcAft>
              <a:buFont typeface="Arial" panose="020B0604020202020204" pitchFamily="34" charset="0"/>
              <a:buChar char="•"/>
            </a:pPr>
            <a:r>
              <a:rPr lang="en-US" sz="1100">
                <a:effectLst/>
                <a:latin typeface="Calibri" panose="020F0502020204030204" pitchFamily="34" charset="0"/>
              </a:rPr>
              <a:t>Speak clearly and at a steady pace for better audio quality.</a:t>
            </a:r>
          </a:p>
          <a:p>
            <a:pPr rtl="0" fontAlgn="ctr">
              <a:spcBef>
                <a:spcPts val="0"/>
              </a:spcBef>
              <a:spcAft>
                <a:spcPts val="0"/>
              </a:spcAft>
              <a:buFont typeface="Arial" panose="020B0604020202020204" pitchFamily="34" charset="0"/>
              <a:buChar char="•"/>
            </a:pPr>
            <a:r>
              <a:rPr lang="en-US" sz="1100">
                <a:effectLst/>
                <a:latin typeface="Calibri" panose="020F0502020204030204" pitchFamily="34" charset="0"/>
              </a:rPr>
              <a:t>Review your recordings and make edits as necessary to improve the final output.</a:t>
            </a:r>
          </a:p>
          <a:p>
            <a:pPr marL="0" marR="0" indent="0">
              <a:spcBef>
                <a:spcPts val="0"/>
              </a:spcBef>
              <a:spcAft>
                <a:spcPts val="0"/>
              </a:spcAft>
              <a:buNone/>
            </a:pPr>
            <a:endParaRPr lang="en-US" sz="1100">
              <a:effectLst/>
              <a:latin typeface="Calibri" panose="020F0502020204030204" pitchFamily="34" charset="0"/>
            </a:endParaRPr>
          </a:p>
          <a:p>
            <a:pPr marL="0" marR="0" indent="0">
              <a:spcBef>
                <a:spcPts val="0"/>
              </a:spcBef>
              <a:spcAft>
                <a:spcPts val="0"/>
              </a:spcAft>
              <a:buNone/>
            </a:pPr>
            <a:r>
              <a:rPr lang="en-US" sz="1100">
                <a:effectLst/>
                <a:latin typeface="Calibri" panose="020F0502020204030204" pitchFamily="34" charset="0"/>
              </a:rPr>
              <a:t>This detailed guide should help you add voice narration to your PowerPoint slides and create a professional video presentation with ease. If you have any further questions or need more assistance, feel free to ask with a post in Piazza!</a:t>
            </a:r>
          </a:p>
          <a:p>
            <a:pPr marL="0" marR="0" indent="0">
              <a:spcBef>
                <a:spcPts val="0"/>
              </a:spcBef>
              <a:spcAft>
                <a:spcPts val="0"/>
              </a:spcAft>
              <a:buNone/>
            </a:pPr>
            <a:endParaRPr lang="en-US" sz="1100">
              <a:latin typeface="Calibri" panose="020F0502020204030204" pitchFamily="34" charset="0"/>
            </a:endParaRPr>
          </a:p>
          <a:p>
            <a:pPr marL="0" marR="0" indent="0">
              <a:spcBef>
                <a:spcPts val="0"/>
              </a:spcBef>
              <a:spcAft>
                <a:spcPts val="0"/>
              </a:spcAft>
              <a:buNone/>
            </a:pPr>
            <a:r>
              <a:rPr lang="en-US" sz="1100">
                <a:effectLst/>
                <a:latin typeface="Calibri" panose="020F0502020204030204" pitchFamily="34" charset="0"/>
              </a:rPr>
              <a:t>Link:  Step-By-Step Instructions</a:t>
            </a:r>
          </a:p>
          <a:p>
            <a:pPr marL="0" marR="0" indent="0">
              <a:spcBef>
                <a:spcPts val="0"/>
              </a:spcBef>
              <a:spcAft>
                <a:spcPts val="0"/>
              </a:spcAft>
              <a:buNone/>
            </a:pPr>
            <a:endParaRPr lang="en-US" sz="1100">
              <a:latin typeface="Calibri" panose="020F0502020204030204" pitchFamily="34" charset="0"/>
            </a:endParaRPr>
          </a:p>
          <a:p>
            <a:pPr marL="0" marR="0" indent="0">
              <a:spcBef>
                <a:spcPts val="0"/>
              </a:spcBef>
              <a:spcAft>
                <a:spcPts val="0"/>
              </a:spcAft>
              <a:buNone/>
            </a:pPr>
            <a:endParaRPr lang="en-US" sz="1100">
              <a:effectLst/>
              <a:latin typeface="Calibri" panose="020F0502020204030204" pitchFamily="34" charset="0"/>
            </a:endParaRPr>
          </a:p>
          <a:p>
            <a:pPr marL="0" indent="0">
              <a:buNone/>
            </a:pPr>
            <a:endParaRPr lang="en-US"/>
          </a:p>
        </p:txBody>
      </p:sp>
      <p:sp>
        <p:nvSpPr>
          <p:cNvPr id="3" name="Title 2">
            <a:extLst>
              <a:ext uri="{FF2B5EF4-FFF2-40B4-BE49-F238E27FC236}">
                <a16:creationId xmlns:a16="http://schemas.microsoft.com/office/drawing/2014/main" id="{B9440CB7-1E29-9893-FCEB-9947FCBE1484}"/>
              </a:ext>
            </a:extLst>
          </p:cNvPr>
          <p:cNvSpPr>
            <a:spLocks noGrp="1"/>
          </p:cNvSpPr>
          <p:nvPr>
            <p:ph type="title"/>
          </p:nvPr>
        </p:nvSpPr>
        <p:spPr/>
        <p:txBody>
          <a:bodyPr/>
          <a:lstStyle/>
          <a:p>
            <a:r>
              <a:rPr lang="en-US"/>
              <a:t>How-To:  Add Audio To PowerPoint</a:t>
            </a:r>
          </a:p>
        </p:txBody>
      </p:sp>
    </p:spTree>
    <p:extLst>
      <p:ext uri="{BB962C8B-B14F-4D97-AF65-F5344CB8AC3E}">
        <p14:creationId xmlns:p14="http://schemas.microsoft.com/office/powerpoint/2010/main" val="36310077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3B86D15-F767-04EA-6B75-7E3D3D3BDC20}"/>
              </a:ext>
            </a:extLst>
          </p:cNvPr>
          <p:cNvSpPr>
            <a:spLocks noGrp="1"/>
          </p:cNvSpPr>
          <p:nvPr>
            <p:ph idx="1"/>
          </p:nvPr>
        </p:nvSpPr>
        <p:spPr>
          <a:xfrm>
            <a:off x="381000" y="1215485"/>
            <a:ext cx="11429999" cy="4225650"/>
          </a:xfrm>
        </p:spPr>
        <p:txBody>
          <a:bodyPr>
            <a:normAutofit/>
          </a:bodyPr>
          <a:lstStyle/>
          <a:p>
            <a:pPr marL="0" marR="0" indent="0">
              <a:spcBef>
                <a:spcPts val="0"/>
              </a:spcBef>
              <a:spcAft>
                <a:spcPts val="0"/>
              </a:spcAft>
              <a:buNone/>
            </a:pPr>
            <a:r>
              <a:rPr lang="en-US" sz="1800" b="1">
                <a:effectLst/>
                <a:latin typeface="Calibri" panose="020F0502020204030204" pitchFamily="34" charset="0"/>
              </a:rPr>
              <a:t>Instructions for Uploading a Video to YouTube with Unlisted Visibility</a:t>
            </a:r>
          </a:p>
          <a:p>
            <a:pPr marL="0" marR="0" indent="0">
              <a:spcBef>
                <a:spcPts val="0"/>
              </a:spcBef>
              <a:spcAft>
                <a:spcPts val="0"/>
              </a:spcAft>
              <a:buNone/>
            </a:pPr>
            <a:endParaRPr lang="en-US" sz="1600">
              <a:effectLst/>
              <a:latin typeface="Calibri" panose="020F0502020204030204" pitchFamily="34" charset="0"/>
            </a:endParaRPr>
          </a:p>
          <a:p>
            <a:pPr marL="0" marR="0" indent="0">
              <a:spcBef>
                <a:spcPts val="0"/>
              </a:spcBef>
              <a:spcAft>
                <a:spcPts val="0"/>
              </a:spcAft>
              <a:buNone/>
            </a:pPr>
            <a:r>
              <a:rPr lang="en-US" sz="1100">
                <a:latin typeface="Calibri" panose="020F0502020204030204" pitchFamily="34" charset="0"/>
              </a:rPr>
              <a:t>Uploading a link to YouTube will be a quick task</a:t>
            </a:r>
            <a:r>
              <a:rPr lang="en-US" sz="1100">
                <a:effectLst/>
                <a:latin typeface="Calibri" panose="020F0502020204030204" pitchFamily="34" charset="0"/>
              </a:rPr>
              <a:t>. Here’s a summary with a link to a step-by-step guide to uploading the presentation to YouTube.</a:t>
            </a:r>
          </a:p>
          <a:p>
            <a:pPr marL="0" marR="0" indent="0">
              <a:spcBef>
                <a:spcPts val="0"/>
              </a:spcBef>
              <a:spcAft>
                <a:spcPts val="0"/>
              </a:spcAft>
              <a:buNone/>
            </a:pPr>
            <a:r>
              <a:rPr lang="en-US" sz="1200">
                <a:effectLst/>
                <a:latin typeface="Calibri" panose="020F0502020204030204" pitchFamily="34" charset="0"/>
              </a:rPr>
              <a:t> </a:t>
            </a:r>
          </a:p>
          <a:p>
            <a:pPr marL="0" marR="0" indent="0">
              <a:spcBef>
                <a:spcPts val="0"/>
              </a:spcBef>
              <a:spcAft>
                <a:spcPts val="0"/>
              </a:spcAft>
              <a:buNone/>
            </a:pPr>
            <a:r>
              <a:rPr lang="en-US" sz="1600" b="1">
                <a:effectLst/>
                <a:latin typeface="Calibri" panose="020F0502020204030204" pitchFamily="34" charset="0"/>
              </a:rPr>
              <a:t>Summary:</a:t>
            </a:r>
            <a:endParaRPr lang="en-US" sz="1600">
              <a:effectLst/>
              <a:latin typeface="Calibri" panose="020F0502020204030204" pitchFamily="34" charset="0"/>
            </a:endParaRPr>
          </a:p>
          <a:p>
            <a:pPr rtl="0" fontAlgn="ctr">
              <a:spcBef>
                <a:spcPts val="0"/>
              </a:spcBef>
              <a:spcAft>
                <a:spcPts val="0"/>
              </a:spcAft>
              <a:buFont typeface="+mj-lt"/>
              <a:buAutoNum type="arabicPeriod"/>
            </a:pPr>
            <a:r>
              <a:rPr lang="en-US" sz="1100" i="0">
                <a:effectLst/>
                <a:latin typeface="Calibri" panose="020F0502020204030204" pitchFamily="34" charset="0"/>
              </a:rPr>
              <a:t>Sign In to YouTube.</a:t>
            </a:r>
          </a:p>
          <a:p>
            <a:pPr rtl="0" fontAlgn="ctr">
              <a:spcBef>
                <a:spcPts val="0"/>
              </a:spcBef>
              <a:spcAft>
                <a:spcPts val="0"/>
              </a:spcAft>
              <a:buFont typeface="+mj-lt"/>
              <a:buAutoNum type="arabicPeriod"/>
            </a:pPr>
            <a:r>
              <a:rPr lang="en-US" sz="1100" i="0">
                <a:effectLst/>
                <a:latin typeface="Calibri" panose="020F0502020204030204" pitchFamily="34" charset="0"/>
              </a:rPr>
              <a:t>Choose appropriate settings.</a:t>
            </a:r>
          </a:p>
          <a:p>
            <a:pPr rtl="0" fontAlgn="ctr">
              <a:spcBef>
                <a:spcPts val="0"/>
              </a:spcBef>
              <a:spcAft>
                <a:spcPts val="0"/>
              </a:spcAft>
              <a:buFont typeface="+mj-lt"/>
              <a:buAutoNum type="arabicPeriod"/>
            </a:pPr>
            <a:r>
              <a:rPr lang="en-US" sz="1100" i="0">
                <a:effectLst/>
                <a:latin typeface="Calibri" panose="020F0502020204030204" pitchFamily="34" charset="0"/>
              </a:rPr>
              <a:t>Publish the video presentation.</a:t>
            </a:r>
          </a:p>
          <a:p>
            <a:pPr rtl="0" fontAlgn="ctr">
              <a:spcBef>
                <a:spcPts val="0"/>
              </a:spcBef>
              <a:spcAft>
                <a:spcPts val="0"/>
              </a:spcAft>
              <a:buFont typeface="+mj-lt"/>
              <a:buAutoNum type="arabicPeriod"/>
            </a:pPr>
            <a:r>
              <a:rPr lang="en-US" sz="1100" i="0">
                <a:effectLst/>
                <a:latin typeface="Calibri" panose="020F0502020204030204" pitchFamily="34" charset="0"/>
              </a:rPr>
              <a:t>Load the link into Canvas / EdX in the assignment.</a:t>
            </a:r>
          </a:p>
          <a:p>
            <a:pPr marL="0" marR="0" indent="0">
              <a:spcBef>
                <a:spcPts val="0"/>
              </a:spcBef>
              <a:spcAft>
                <a:spcPts val="0"/>
              </a:spcAft>
              <a:buNone/>
            </a:pPr>
            <a:endParaRPr lang="en-US" sz="1600">
              <a:effectLst/>
              <a:latin typeface="Calibri" panose="020F0502020204030204" pitchFamily="34" charset="0"/>
            </a:endParaRPr>
          </a:p>
          <a:p>
            <a:pPr marL="0" marR="0" indent="0">
              <a:spcBef>
                <a:spcPts val="0"/>
              </a:spcBef>
              <a:spcAft>
                <a:spcPts val="0"/>
              </a:spcAft>
              <a:buNone/>
            </a:pPr>
            <a:r>
              <a:rPr lang="en-US" sz="1600" b="1">
                <a:latin typeface="Calibri" panose="020F0502020204030204" pitchFamily="34" charset="0"/>
              </a:rPr>
              <a:t>Quick Tips:</a:t>
            </a:r>
          </a:p>
          <a:p>
            <a:pPr fontAlgn="ctr">
              <a:spcBef>
                <a:spcPts val="0"/>
              </a:spcBef>
              <a:buFont typeface="+mj-lt"/>
              <a:buAutoNum type="arabicPeriod"/>
            </a:pPr>
            <a:r>
              <a:rPr lang="en-US" sz="1100">
                <a:latin typeface="Calibri" panose="020F0502020204030204" pitchFamily="34" charset="0"/>
              </a:rPr>
              <a:t>Unlisted videos do not appear in YouTube search results or on your channel unless you share the link.</a:t>
            </a:r>
          </a:p>
          <a:p>
            <a:pPr fontAlgn="ctr">
              <a:spcBef>
                <a:spcPts val="0"/>
              </a:spcBef>
              <a:buFont typeface="+mj-lt"/>
              <a:buAutoNum type="arabicPeriod"/>
            </a:pPr>
            <a:r>
              <a:rPr lang="en-US" sz="1100">
                <a:latin typeface="Calibri" panose="020F0502020204030204" pitchFamily="34" charset="0"/>
              </a:rPr>
              <a:t>You can share the link with specific people via email or message.</a:t>
            </a:r>
          </a:p>
          <a:p>
            <a:pPr fontAlgn="ctr">
              <a:spcBef>
                <a:spcPts val="0"/>
              </a:spcBef>
              <a:buFont typeface="+mj-lt"/>
              <a:buAutoNum type="arabicPeriod"/>
            </a:pPr>
            <a:r>
              <a:rPr lang="en-US" sz="1100">
                <a:latin typeface="Calibri" panose="020F0502020204030204" pitchFamily="34" charset="0"/>
              </a:rPr>
              <a:t>To change the video’s visibility later, go to YouTube Studio &gt; Content, select the video, and update its visibility settings.</a:t>
            </a:r>
          </a:p>
          <a:p>
            <a:pPr marL="0" marR="0" indent="0">
              <a:spcBef>
                <a:spcPts val="0"/>
              </a:spcBef>
              <a:spcAft>
                <a:spcPts val="0"/>
              </a:spcAft>
              <a:buNone/>
            </a:pPr>
            <a:endParaRPr lang="en-US" sz="1100">
              <a:effectLst/>
              <a:latin typeface="Calibri" panose="020F0502020204030204" pitchFamily="34" charset="0"/>
            </a:endParaRPr>
          </a:p>
          <a:p>
            <a:pPr marL="0" marR="0" indent="0">
              <a:spcBef>
                <a:spcPts val="0"/>
              </a:spcBef>
              <a:spcAft>
                <a:spcPts val="0"/>
              </a:spcAft>
              <a:buNone/>
            </a:pPr>
            <a:r>
              <a:rPr lang="en-US" sz="1100">
                <a:effectLst/>
                <a:latin typeface="Calibri" panose="020F0502020204030204" pitchFamily="34" charset="0"/>
              </a:rPr>
              <a:t>This detailed guide should help you upload your Presentation to your YouTube account with ease. If you have any further questions or need more assistance, feel free to ask with a post in Piazza!</a:t>
            </a:r>
          </a:p>
          <a:p>
            <a:pPr marL="0" marR="0" indent="0">
              <a:spcBef>
                <a:spcPts val="0"/>
              </a:spcBef>
              <a:spcAft>
                <a:spcPts val="0"/>
              </a:spcAft>
              <a:buNone/>
            </a:pPr>
            <a:endParaRPr lang="en-US" sz="1100">
              <a:latin typeface="Calibri" panose="020F0502020204030204" pitchFamily="34" charset="0"/>
            </a:endParaRPr>
          </a:p>
          <a:p>
            <a:pPr marL="0" marR="0" indent="0">
              <a:spcBef>
                <a:spcPts val="0"/>
              </a:spcBef>
              <a:spcAft>
                <a:spcPts val="0"/>
              </a:spcAft>
              <a:buNone/>
            </a:pPr>
            <a:r>
              <a:rPr lang="en-US" sz="1100">
                <a:effectLst/>
                <a:latin typeface="Calibri" panose="020F0502020204030204" pitchFamily="34" charset="0"/>
              </a:rPr>
              <a:t>Link:  Step-By-Step Instructions</a:t>
            </a:r>
          </a:p>
          <a:p>
            <a:pPr marL="0" marR="0" indent="0">
              <a:spcBef>
                <a:spcPts val="0"/>
              </a:spcBef>
              <a:spcAft>
                <a:spcPts val="0"/>
              </a:spcAft>
              <a:buNone/>
            </a:pPr>
            <a:endParaRPr lang="en-US" sz="1100">
              <a:latin typeface="Calibri" panose="020F0502020204030204" pitchFamily="34" charset="0"/>
            </a:endParaRPr>
          </a:p>
          <a:p>
            <a:pPr marL="0" marR="0" indent="0">
              <a:spcBef>
                <a:spcPts val="0"/>
              </a:spcBef>
              <a:spcAft>
                <a:spcPts val="0"/>
              </a:spcAft>
              <a:buNone/>
            </a:pPr>
            <a:endParaRPr lang="en-US" sz="1100">
              <a:effectLst/>
              <a:latin typeface="Calibri" panose="020F0502020204030204" pitchFamily="34" charset="0"/>
            </a:endParaRPr>
          </a:p>
          <a:p>
            <a:pPr marL="0" indent="0">
              <a:buNone/>
            </a:pPr>
            <a:endParaRPr lang="en-US"/>
          </a:p>
        </p:txBody>
      </p:sp>
      <p:sp>
        <p:nvSpPr>
          <p:cNvPr id="3" name="Title 2">
            <a:extLst>
              <a:ext uri="{FF2B5EF4-FFF2-40B4-BE49-F238E27FC236}">
                <a16:creationId xmlns:a16="http://schemas.microsoft.com/office/drawing/2014/main" id="{B9440CB7-1E29-9893-FCEB-9947FCBE1484}"/>
              </a:ext>
            </a:extLst>
          </p:cNvPr>
          <p:cNvSpPr>
            <a:spLocks noGrp="1"/>
          </p:cNvSpPr>
          <p:nvPr>
            <p:ph type="title"/>
          </p:nvPr>
        </p:nvSpPr>
        <p:spPr/>
        <p:txBody>
          <a:bodyPr/>
          <a:lstStyle/>
          <a:p>
            <a:r>
              <a:rPr lang="en-US"/>
              <a:t>How-To:  Upload Video Presentation To YouTube</a:t>
            </a:r>
          </a:p>
        </p:txBody>
      </p:sp>
    </p:spTree>
    <p:extLst>
      <p:ext uri="{BB962C8B-B14F-4D97-AF65-F5344CB8AC3E}">
        <p14:creationId xmlns:p14="http://schemas.microsoft.com/office/powerpoint/2010/main" val="28768428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95E042A-48F0-47CE-AC4D-46C492F81836}"/>
              </a:ext>
            </a:extLst>
          </p:cNvPr>
          <p:cNvSpPr>
            <a:spLocks noGrp="1"/>
          </p:cNvSpPr>
          <p:nvPr>
            <p:ph type="title"/>
          </p:nvPr>
        </p:nvSpPr>
        <p:spPr/>
        <p:txBody>
          <a:bodyPr/>
          <a:lstStyle/>
          <a:p>
            <a:r>
              <a:rPr lang="en-US"/>
              <a:t>How-To:  Strategic Business Notations</a:t>
            </a:r>
          </a:p>
        </p:txBody>
      </p:sp>
      <p:sp>
        <p:nvSpPr>
          <p:cNvPr id="9" name="TextBox 8">
            <a:extLst>
              <a:ext uri="{FF2B5EF4-FFF2-40B4-BE49-F238E27FC236}">
                <a16:creationId xmlns:a16="http://schemas.microsoft.com/office/drawing/2014/main" id="{B5B3EE66-D86C-41D6-BAE8-2DD383CC8D3C}"/>
              </a:ext>
            </a:extLst>
          </p:cNvPr>
          <p:cNvSpPr txBox="1"/>
          <p:nvPr/>
        </p:nvSpPr>
        <p:spPr>
          <a:xfrm>
            <a:off x="82718" y="1081393"/>
            <a:ext cx="10423551" cy="523220"/>
          </a:xfrm>
          <a:prstGeom prst="rect">
            <a:avLst/>
          </a:prstGeom>
          <a:noFill/>
        </p:spPr>
        <p:txBody>
          <a:bodyPr wrap="square" rtlCol="0">
            <a:spAutoFit/>
          </a:bodyPr>
          <a:lstStyle/>
          <a:p>
            <a:r>
              <a:rPr lang="en-US" sz="1400" i="1">
                <a:latin typeface="Roboto" panose="02000000000000000000" pitchFamily="2" charset="0"/>
                <a:ea typeface="Roboto" panose="02000000000000000000" pitchFamily="2" charset="0"/>
                <a:cs typeface="Roboto" panose="02000000000000000000" pitchFamily="2" charset="0"/>
              </a:rPr>
              <a:t>Where there is a need for adding a clarifying statement or definition for domain knowledge to fully understand the topic this method outlined works great for business presentations.</a:t>
            </a:r>
            <a:endParaRPr lang="en-US" sz="1400">
              <a:latin typeface="Roboto" panose="02000000000000000000" pitchFamily="2" charset="0"/>
              <a:ea typeface="Roboto" panose="02000000000000000000" pitchFamily="2" charset="0"/>
              <a:cs typeface="Roboto" panose="02000000000000000000" pitchFamily="2" charset="0"/>
            </a:endParaRPr>
          </a:p>
        </p:txBody>
      </p:sp>
      <p:pic>
        <p:nvPicPr>
          <p:cNvPr id="4" name="Picture 3">
            <a:extLst>
              <a:ext uri="{FF2B5EF4-FFF2-40B4-BE49-F238E27FC236}">
                <a16:creationId xmlns:a16="http://schemas.microsoft.com/office/drawing/2014/main" id="{485D6B50-C18A-07F4-7C49-6200FE4B7836}"/>
              </a:ext>
            </a:extLst>
          </p:cNvPr>
          <p:cNvPicPr>
            <a:picLocks noChangeAspect="1"/>
          </p:cNvPicPr>
          <p:nvPr/>
        </p:nvPicPr>
        <p:blipFill>
          <a:blip r:embed="rId2"/>
          <a:stretch>
            <a:fillRect/>
          </a:stretch>
        </p:blipFill>
        <p:spPr>
          <a:xfrm>
            <a:off x="0" y="1721414"/>
            <a:ext cx="4693298" cy="3624386"/>
          </a:xfrm>
          <a:prstGeom prst="rect">
            <a:avLst/>
          </a:prstGeom>
        </p:spPr>
      </p:pic>
      <p:pic>
        <p:nvPicPr>
          <p:cNvPr id="7" name="Picture 6">
            <a:extLst>
              <a:ext uri="{FF2B5EF4-FFF2-40B4-BE49-F238E27FC236}">
                <a16:creationId xmlns:a16="http://schemas.microsoft.com/office/drawing/2014/main" id="{2DAEE392-CCF2-9775-CDFA-13F4F8C97F45}"/>
              </a:ext>
            </a:extLst>
          </p:cNvPr>
          <p:cNvPicPr>
            <a:picLocks noChangeAspect="1"/>
          </p:cNvPicPr>
          <p:nvPr/>
        </p:nvPicPr>
        <p:blipFill>
          <a:blip r:embed="rId3"/>
          <a:stretch>
            <a:fillRect/>
          </a:stretch>
        </p:blipFill>
        <p:spPr>
          <a:xfrm>
            <a:off x="4823926" y="1721414"/>
            <a:ext cx="6923121" cy="3624386"/>
          </a:xfrm>
          <a:prstGeom prst="rect">
            <a:avLst/>
          </a:prstGeom>
        </p:spPr>
      </p:pic>
    </p:spTree>
    <p:extLst>
      <p:ext uri="{BB962C8B-B14F-4D97-AF65-F5344CB8AC3E}">
        <p14:creationId xmlns:p14="http://schemas.microsoft.com/office/powerpoint/2010/main" val="7760093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3B86D15-F767-04EA-6B75-7E3D3D3BDC20}"/>
              </a:ext>
            </a:extLst>
          </p:cNvPr>
          <p:cNvSpPr>
            <a:spLocks noGrp="1"/>
          </p:cNvSpPr>
          <p:nvPr>
            <p:ph idx="1"/>
          </p:nvPr>
        </p:nvSpPr>
        <p:spPr/>
        <p:txBody>
          <a:bodyPr>
            <a:normAutofit fontScale="92500" lnSpcReduction="10000"/>
          </a:bodyPr>
          <a:lstStyle/>
          <a:p>
            <a:r>
              <a:rPr lang="en-US"/>
              <a:t>Helpful R color palate</a:t>
            </a:r>
          </a:p>
          <a:p>
            <a:pPr lvl="1"/>
            <a:r>
              <a:rPr lang="en-US" sz="1800"/>
              <a:t>As we embark on the journey of crafting compelling presentations, let us share a crucial piece of wisdom: imagine your presentation as a symphony. Just as a maestro carefully selects instruments and harmonizes their sounds, we too must curate our visual elements with precision.</a:t>
            </a:r>
          </a:p>
          <a:p>
            <a:pPr marL="690563" lvl="1" indent="0">
              <a:buNone/>
            </a:pPr>
            <a:r>
              <a:rPr lang="en-US" sz="1800"/>
              <a:t>When it comes to color, less is often more. Picture each slide as a canvas. A restrained, consistent palette acts like the steady rhythm of a drum, keeping your audience focused and engaged. Conversely, an overabundance of colors can become a cacophony, distracting your viewers from the narrative you are meticulously crafting.</a:t>
            </a:r>
          </a:p>
          <a:p>
            <a:pPr marL="690563" lvl="1" indent="0">
              <a:buNone/>
            </a:pPr>
            <a:r>
              <a:rPr lang="en-US" sz="1800"/>
              <a:t>In essence, embrace the beauty of simplicity. Allow your content to shine through with a minimalistic approach. Choose a few complementary colors and let them guide your audience through the story you’re eager to tell. Remember, clarity and focus are your greatest allies in effective communication.</a:t>
            </a:r>
          </a:p>
          <a:p>
            <a:pPr lvl="1"/>
            <a:r>
              <a:rPr lang="en-US" sz="1800"/>
              <a:t>```# Set colors</a:t>
            </a:r>
          </a:p>
          <a:p>
            <a:pPr lvl="2"/>
            <a:r>
              <a:rPr lang="en-US" sz="1600" err="1"/>
              <a:t>gtblue</a:t>
            </a:r>
            <a:r>
              <a:rPr lang="en-US" sz="1600"/>
              <a:t> = </a:t>
            </a:r>
            <a:r>
              <a:rPr lang="en-US" sz="1600" err="1"/>
              <a:t>rgb</a:t>
            </a:r>
            <a:r>
              <a:rPr lang="en-US" sz="1600"/>
              <a:t>(0, 48, 87, </a:t>
            </a:r>
            <a:r>
              <a:rPr lang="en-US" sz="1600" err="1"/>
              <a:t>maxColorValue</a:t>
            </a:r>
            <a:r>
              <a:rPr lang="en-US" sz="1600"/>
              <a:t> = 255)</a:t>
            </a:r>
          </a:p>
          <a:p>
            <a:pPr lvl="2"/>
            <a:r>
              <a:rPr lang="en-US" sz="1600" err="1"/>
              <a:t>techgold</a:t>
            </a:r>
            <a:r>
              <a:rPr lang="en-US" sz="1600"/>
              <a:t> = </a:t>
            </a:r>
            <a:r>
              <a:rPr lang="en-US" sz="1600" err="1"/>
              <a:t>rgb</a:t>
            </a:r>
            <a:r>
              <a:rPr lang="en-US" sz="1600"/>
              <a:t>(179, 163, 105, </a:t>
            </a:r>
            <a:r>
              <a:rPr lang="en-US" sz="1600" err="1"/>
              <a:t>maxColorValue</a:t>
            </a:r>
            <a:r>
              <a:rPr lang="en-US" sz="1600"/>
              <a:t> = 255)</a:t>
            </a:r>
          </a:p>
          <a:p>
            <a:pPr lvl="2"/>
            <a:r>
              <a:rPr lang="en-US" sz="1600" err="1"/>
              <a:t>buzzgold</a:t>
            </a:r>
            <a:r>
              <a:rPr lang="en-US" sz="1600"/>
              <a:t> = </a:t>
            </a:r>
            <a:r>
              <a:rPr lang="en-US" sz="1600" err="1"/>
              <a:t>rgb</a:t>
            </a:r>
            <a:r>
              <a:rPr lang="en-US" sz="1600"/>
              <a:t>(234, 170, 0, </a:t>
            </a:r>
            <a:r>
              <a:rPr lang="en-US" sz="1600" err="1"/>
              <a:t>maxColorValue</a:t>
            </a:r>
            <a:r>
              <a:rPr lang="en-US" sz="1600"/>
              <a:t> = 255)</a:t>
            </a:r>
          </a:p>
          <a:p>
            <a:pPr lvl="2"/>
            <a:r>
              <a:rPr lang="en-US" sz="1600" err="1"/>
              <a:t>bobbyjones</a:t>
            </a:r>
            <a:r>
              <a:rPr lang="en-US" sz="1600"/>
              <a:t> = </a:t>
            </a:r>
            <a:r>
              <a:rPr lang="en-US" sz="1600" err="1"/>
              <a:t>rgb</a:t>
            </a:r>
            <a:r>
              <a:rPr lang="en-US" sz="1600"/>
              <a:t>(55, 113, 23, </a:t>
            </a:r>
            <a:r>
              <a:rPr lang="en-US" sz="1600" err="1"/>
              <a:t>maxColorValue</a:t>
            </a:r>
            <a:r>
              <a:rPr lang="en-US" sz="1600"/>
              <a:t> = 255)</a:t>
            </a:r>
          </a:p>
          <a:p>
            <a:pPr lvl="2"/>
            <a:r>
              <a:rPr lang="en-US" sz="1600"/>
              <a:t>```</a:t>
            </a:r>
            <a:endParaRPr lang="en-US"/>
          </a:p>
        </p:txBody>
      </p:sp>
      <p:sp>
        <p:nvSpPr>
          <p:cNvPr id="3" name="Title 2">
            <a:extLst>
              <a:ext uri="{FF2B5EF4-FFF2-40B4-BE49-F238E27FC236}">
                <a16:creationId xmlns:a16="http://schemas.microsoft.com/office/drawing/2014/main" id="{B9440CB7-1E29-9893-FCEB-9947FCBE1484}"/>
              </a:ext>
            </a:extLst>
          </p:cNvPr>
          <p:cNvSpPr>
            <a:spLocks noGrp="1"/>
          </p:cNvSpPr>
          <p:nvPr>
            <p:ph type="title"/>
          </p:nvPr>
        </p:nvSpPr>
        <p:spPr/>
        <p:txBody>
          <a:bodyPr/>
          <a:lstStyle/>
          <a:p>
            <a:r>
              <a:rPr lang="en-US"/>
              <a:t>How-To:  Georgia Institute of Technology Colors</a:t>
            </a:r>
          </a:p>
        </p:txBody>
      </p:sp>
    </p:spTree>
    <p:extLst>
      <p:ext uri="{BB962C8B-B14F-4D97-AF65-F5344CB8AC3E}">
        <p14:creationId xmlns:p14="http://schemas.microsoft.com/office/powerpoint/2010/main" val="2055068955"/>
      </p:ext>
    </p:extLst>
  </p:cSld>
  <p:clrMapOvr>
    <a:masterClrMapping/>
  </p:clrMapOvr>
</p:sld>
</file>

<file path=ppt/theme/theme1.xml><?xml version="1.0" encoding="utf-8"?>
<a:theme xmlns:a="http://schemas.openxmlformats.org/drawingml/2006/main" name="Title Page">
  <a:themeElements>
    <a:clrScheme name="Custom 1">
      <a:dk1>
        <a:srgbClr val="003057"/>
      </a:dk1>
      <a:lt1>
        <a:srgbClr val="FFFFFF"/>
      </a:lt1>
      <a:dk2>
        <a:srgbClr val="545859"/>
      </a:dk2>
      <a:lt2>
        <a:srgbClr val="D6DBD3"/>
      </a:lt2>
      <a:accent1>
        <a:srgbClr val="B3A369"/>
      </a:accent1>
      <a:accent2>
        <a:srgbClr val="64CCC9"/>
      </a:accent2>
      <a:accent3>
        <a:srgbClr val="A3D233"/>
      </a:accent3>
      <a:accent4>
        <a:srgbClr val="EAAA00"/>
      </a:accent4>
      <a:accent5>
        <a:srgbClr val="008C95"/>
      </a:accent5>
      <a:accent6>
        <a:srgbClr val="7800FF"/>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ATech_PPTtemplate_2021_wide" id="{E85096BA-033B-D848-B268-A76C8AE5D2A4}" vid="{1C4A0A5B-2267-F04A-B00C-3FCDF7CFA02E}"/>
    </a:ext>
  </a:extLst>
</a:theme>
</file>

<file path=ppt/theme/theme2.xml><?xml version="1.0" encoding="utf-8"?>
<a:theme xmlns:a="http://schemas.openxmlformats.org/drawingml/2006/main" name="Dividers">
  <a:themeElements>
    <a:clrScheme name="GA Tech 2021">
      <a:dk1>
        <a:srgbClr val="003057"/>
      </a:dk1>
      <a:lt1>
        <a:srgbClr val="FFFFFF"/>
      </a:lt1>
      <a:dk2>
        <a:srgbClr val="545859"/>
      </a:dk2>
      <a:lt2>
        <a:srgbClr val="D6DBD3"/>
      </a:lt2>
      <a:accent1>
        <a:srgbClr val="EAAA00"/>
      </a:accent1>
      <a:accent2>
        <a:srgbClr val="64CCC9"/>
      </a:accent2>
      <a:accent3>
        <a:srgbClr val="A3D233"/>
      </a:accent3>
      <a:accent4>
        <a:srgbClr val="7800FF"/>
      </a:accent4>
      <a:accent5>
        <a:srgbClr val="008C95"/>
      </a:accent5>
      <a:accent6>
        <a:srgbClr val="E04F38"/>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ATech_PPTtemplate_2021_wide" id="{E85096BA-033B-D848-B268-A76C8AE5D2A4}" vid="{1C4A0A5B-2267-F04A-B00C-3FCDF7CFA02E}"/>
    </a:ext>
  </a:extLst>
</a:theme>
</file>

<file path=ppt/theme/theme3.xml><?xml version="1.0" encoding="utf-8"?>
<a:theme xmlns:a="http://schemas.openxmlformats.org/drawingml/2006/main" name="Content Page">
  <a:themeElements>
    <a:clrScheme name="GT Theme">
      <a:dk1>
        <a:srgbClr val="003057"/>
      </a:dk1>
      <a:lt1>
        <a:srgbClr val="FFFFFF"/>
      </a:lt1>
      <a:dk2>
        <a:srgbClr val="545859"/>
      </a:dk2>
      <a:lt2>
        <a:srgbClr val="D6DBD3"/>
      </a:lt2>
      <a:accent1>
        <a:srgbClr val="B3A369"/>
      </a:accent1>
      <a:accent2>
        <a:srgbClr val="003057"/>
      </a:accent2>
      <a:accent3>
        <a:srgbClr val="54585A"/>
      </a:accent3>
      <a:accent4>
        <a:srgbClr val="D6DBD4"/>
      </a:accent4>
      <a:accent5>
        <a:srgbClr val="F9F6E5"/>
      </a:accent5>
      <a:accent6>
        <a:srgbClr val="EAAA00"/>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ATech_PPTtemplate_2021_wide" id="{E85096BA-033B-D848-B268-A76C8AE5D2A4}" vid="{C86BDF43-62E5-5C4C-BBB8-C9F548430792}"/>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C5F713E0B834549BF38DB054A06BD60" ma:contentTypeVersion="3" ma:contentTypeDescription="Create a new document." ma:contentTypeScope="" ma:versionID="360375dd0f881ba4ba5f35070cad0c57">
  <xsd:schema xmlns:xsd="http://www.w3.org/2001/XMLSchema" xmlns:xs="http://www.w3.org/2001/XMLSchema" xmlns:p="http://schemas.microsoft.com/office/2006/metadata/properties" xmlns:ns2="71b44f7f-7927-4b75-a150-e7f50cb62347" targetNamespace="http://schemas.microsoft.com/office/2006/metadata/properties" ma:root="true" ma:fieldsID="81480a159c41791ab60394e867860be0" ns2:_="">
    <xsd:import namespace="71b44f7f-7927-4b75-a150-e7f50cb62347"/>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b44f7f-7927-4b75-a150-e7f50cb6234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4FF0FBE-6F60-4BBE-83B0-C7190E337BD2}">
  <ds:schemaRefs>
    <ds:schemaRef ds:uri="71b44f7f-7927-4b75-a150-e7f50cb6234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BA1387ED-610B-4FB9-8A41-C844EF857005}">
  <ds:schemaRefs>
    <ds:schemaRef ds:uri="71b44f7f-7927-4b75-a150-e7f50cb6234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59563619-C9F0-4C8E-A20E-68C862A2AC9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GATech_PPTtemplate_2021_wide</Template>
  <Application>Microsoft Office PowerPoint</Application>
  <PresentationFormat>Widescreen</PresentationFormat>
  <Slides>26</Slides>
  <Notes>1</Notes>
  <HiddenSlides>0</HiddenSlides>
  <ScaleCrop>false</ScaleCrop>
  <HeadingPairs>
    <vt:vector size="4" baseType="variant">
      <vt:variant>
        <vt:lpstr>Theme</vt:lpstr>
      </vt:variant>
      <vt:variant>
        <vt:i4>3</vt:i4>
      </vt:variant>
      <vt:variant>
        <vt:lpstr>Slide Titles</vt:lpstr>
      </vt:variant>
      <vt:variant>
        <vt:i4>26</vt:i4>
      </vt:variant>
    </vt:vector>
  </HeadingPairs>
  <TitlesOfParts>
    <vt:vector size="29" baseType="lpstr">
      <vt:lpstr>Title Page</vt:lpstr>
      <vt:lpstr>Dividers</vt:lpstr>
      <vt:lpstr>Content Page</vt:lpstr>
      <vt:lpstr>Smart Personalized Activity Routes for Kids (SPARK)</vt:lpstr>
      <vt:lpstr>Problem, Objective &amp; Solution</vt:lpstr>
      <vt:lpstr>Problem, Objective &amp; Solution</vt:lpstr>
      <vt:lpstr>Project Timeline</vt:lpstr>
      <vt:lpstr>UI Concept </vt:lpstr>
      <vt:lpstr>Title Option 1</vt:lpstr>
      <vt:lpstr>Title Option 2</vt:lpstr>
      <vt:lpstr>Content Blocks</vt:lpstr>
      <vt:lpstr>Headlines with Text and Images</vt:lpstr>
      <vt:lpstr>PowerPoint Presentation</vt:lpstr>
      <vt:lpstr>Charts</vt:lpstr>
      <vt:lpstr>Hex Shape Options and Text Fill</vt:lpstr>
      <vt:lpstr>Hex Shape Examples</vt:lpstr>
      <vt:lpstr>Hex Shape Options and Text Fill</vt:lpstr>
      <vt:lpstr>Charts</vt:lpstr>
      <vt:lpstr>Chart Sample 1</vt:lpstr>
      <vt:lpstr>Chart Sample 2</vt:lpstr>
      <vt:lpstr>Additional Chart Layouts</vt:lpstr>
      <vt:lpstr>Additional Chart Layouts Examples</vt:lpstr>
      <vt:lpstr>Icons</vt:lpstr>
      <vt:lpstr>Icons</vt:lpstr>
      <vt:lpstr>Icon Use Examples </vt:lpstr>
      <vt:lpstr>How-To:  Add Audio To PowerPoint</vt:lpstr>
      <vt:lpstr>How-To:  Upload Video Presentation To YouTube</vt:lpstr>
      <vt:lpstr>How-To:  Strategic Business Notations</vt:lpstr>
      <vt:lpstr>How-To:  Georgia Institute of Technology Colors</vt:lpstr>
    </vt:vector>
  </TitlesOfParts>
  <Company>Georgia Institute of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Shapes and Charts  Style Guide</dc:title>
  <dc:creator>Perez, Raul N</dc:creator>
  <cp:revision>70</cp:revision>
  <dcterms:created xsi:type="dcterms:W3CDTF">2022-08-24T13:02:54Z</dcterms:created>
  <dcterms:modified xsi:type="dcterms:W3CDTF">2026-10-11T22:48:33Z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0x010100EC5F713E0B834549BF38DB054A06BD60</vt:lpwstr>
  </property>
</Properties>
</file>